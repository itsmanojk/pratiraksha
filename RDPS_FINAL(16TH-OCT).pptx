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24"/>
  </p:notesMasterIdLst>
  <p:sldIdLst>
    <p:sldId id="256" r:id="rId5"/>
    <p:sldId id="257" r:id="rId6"/>
    <p:sldId id="265" r:id="rId7"/>
    <p:sldId id="264" r:id="rId8"/>
    <p:sldId id="269" r:id="rId9"/>
    <p:sldId id="258" r:id="rId10"/>
    <p:sldId id="260" r:id="rId11"/>
    <p:sldId id="272" r:id="rId12"/>
    <p:sldId id="273" r:id="rId13"/>
    <p:sldId id="274" r:id="rId14"/>
    <p:sldId id="275" r:id="rId15"/>
    <p:sldId id="278" r:id="rId16"/>
    <p:sldId id="279" r:id="rId17"/>
    <p:sldId id="280" r:id="rId18"/>
    <p:sldId id="276" r:id="rId19"/>
    <p:sldId id="277" r:id="rId20"/>
    <p:sldId id="263" r:id="rId21"/>
    <p:sldId id="270" r:id="rId22"/>
    <p:sldId id="25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88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230"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7"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strike="noStrike" spc="-1">
                <a:solidFill>
                  <a:srgbClr val="000000"/>
                </a:solidFill>
                <a:latin typeface="Perpetua"/>
              </a:rPr>
              <a:t>Click to move the slide</a:t>
            </a:r>
          </a:p>
        </p:txBody>
      </p:sp>
      <p:sp>
        <p:nvSpPr>
          <p:cNvPr id="18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189"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90" name="PlaceHolder 4"/>
          <p:cNvSpPr>
            <a:spLocks noGrp="1"/>
          </p:cNvSpPr>
          <p:nvPr>
            <p:ph type="dt" idx="13"/>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91" name="PlaceHolder 5"/>
          <p:cNvSpPr>
            <a:spLocks noGrp="1"/>
          </p:cNvSpPr>
          <p:nvPr>
            <p:ph type="ftr" idx="14"/>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92" name="PlaceHolder 6"/>
          <p:cNvSpPr>
            <a:spLocks noGrp="1"/>
          </p:cNvSpPr>
          <p:nvPr>
            <p:ph type="sldNum" idx="15"/>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5EE65DB0-5FC8-4E97-A370-1F3057A29741}"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1143000" y="685800"/>
            <a:ext cx="4572000" cy="3429000"/>
          </a:xfrm>
          <a:prstGeom prst="rect">
            <a:avLst/>
          </a:prstGeom>
          <a:ln w="0">
            <a:noFill/>
          </a:ln>
        </p:spPr>
      </p:sp>
      <p:sp>
        <p:nvSpPr>
          <p:cNvPr id="211" name="PlaceHolder 2"/>
          <p:cNvSpPr>
            <a:spLocks noGrp="1"/>
          </p:cNvSpPr>
          <p:nvPr>
            <p:ph type="body"/>
          </p:nvPr>
        </p:nvSpPr>
        <p:spPr>
          <a:xfrm>
            <a:off x="685800" y="4343400"/>
            <a:ext cx="5486040" cy="4114440"/>
          </a:xfrm>
          <a:prstGeom prst="rect">
            <a:avLst/>
          </a:prstGeom>
          <a:noFill/>
          <a:ln w="0">
            <a:noFill/>
          </a:ln>
        </p:spPr>
        <p:txBody>
          <a:bodyPr anchor="t">
            <a:normAutofit/>
          </a:bodyPr>
          <a:lstStyle/>
          <a:p>
            <a:pPr marL="216000" indent="0">
              <a:buNone/>
            </a:pPr>
            <a:endParaRPr lang="en-US" sz="1800" b="0" strike="noStrike" spc="-1">
              <a:solidFill>
                <a:srgbClr val="000000"/>
              </a:solidFill>
              <a:latin typeface="Arial"/>
            </a:endParaRPr>
          </a:p>
        </p:txBody>
      </p:sp>
      <p:sp>
        <p:nvSpPr>
          <p:cNvPr id="212" name="PlaceHolder 3"/>
          <p:cNvSpPr>
            <a:spLocks noGrp="1"/>
          </p:cNvSpPr>
          <p:nvPr>
            <p:ph type="sldNum" idx="19"/>
          </p:nvPr>
        </p:nvSpPr>
        <p:spPr>
          <a:xfrm>
            <a:off x="3884760" y="8685360"/>
            <a:ext cx="2971440" cy="456840"/>
          </a:xfrm>
          <a:prstGeom prst="rect">
            <a:avLst/>
          </a:prstGeom>
          <a:noFill/>
          <a:ln w="0">
            <a:noFill/>
          </a:ln>
        </p:spPr>
        <p:txBody>
          <a:bodyPr anchor="b">
            <a:noAutofit/>
          </a:bodyPr>
          <a:lstStyle>
            <a:lvl1pPr indent="0" algn="r">
              <a:lnSpc>
                <a:spcPct val="100000"/>
              </a:lnSpc>
              <a:buNone/>
              <a:defRPr lang="en-US" sz="1200" b="0" strike="noStrike" spc="-1">
                <a:solidFill>
                  <a:srgbClr val="000000"/>
                </a:solidFill>
                <a:latin typeface="+mn-lt"/>
                <a:ea typeface="+mn-ea"/>
              </a:defRPr>
            </a:lvl1pPr>
          </a:lstStyle>
          <a:p>
            <a:pPr indent="0" algn="r">
              <a:lnSpc>
                <a:spcPct val="100000"/>
              </a:lnSpc>
              <a:buNone/>
            </a:pPr>
            <a:fld id="{C3FB3549-DCC7-4B82-B7BE-147D0A9D6F6F}" type="slidenum">
              <a:rPr lang="en-US" sz="1200" b="0" strike="noStrike" spc="-1">
                <a:solidFill>
                  <a:srgbClr val="000000"/>
                </a:solidFill>
                <a:latin typeface="+mn-lt"/>
                <a:ea typeface="+mn-ea"/>
              </a:rPr>
              <a:t>6</a:t>
            </a:fld>
            <a:endParaRPr lang="en-US" sz="1200" b="0" strike="noStrike" spc="-1">
              <a:solidFill>
                <a:srgbClr val="000000"/>
              </a:solidFill>
              <a:latin typeface="Times New Roman"/>
            </a:endParaRPr>
          </a:p>
        </p:txBody>
      </p:sp>
      <p:sp>
        <p:nvSpPr>
          <p:cNvPr id="213" name="PlaceHolder 4"/>
          <p:cNvSpPr>
            <a:spLocks noGrp="1"/>
          </p:cNvSpPr>
          <p:nvPr>
            <p:ph type="ftr" idx="20"/>
          </p:nvPr>
        </p:nvSpPr>
        <p:spPr>
          <a:xfrm>
            <a:off x="0" y="8685360"/>
            <a:ext cx="2971440" cy="456840"/>
          </a:xfrm>
          <a:prstGeom prst="rect">
            <a:avLst/>
          </a:prstGeom>
          <a:noFill/>
          <a:ln w="0">
            <a:noFill/>
          </a:ln>
        </p:spPr>
        <p:txBody>
          <a:bodyPr anchor="b">
            <a:noAutofit/>
          </a:bodyPr>
          <a:lstStyle>
            <a:lvl1pPr indent="0">
              <a:lnSpc>
                <a:spcPct val="100000"/>
              </a:lnSpc>
              <a:buNone/>
              <a:defRPr lang="en-US" sz="1200" b="0" strike="noStrike" spc="-1">
                <a:solidFill>
                  <a:srgbClr val="000000"/>
                </a:solidFill>
                <a:latin typeface="+mn-lt"/>
                <a:ea typeface="+mn-ea"/>
              </a:defRPr>
            </a:lvl1pPr>
          </a:lstStyle>
          <a:p>
            <a:pPr indent="0">
              <a:lnSpc>
                <a:spcPct val="100000"/>
              </a:lnSpc>
              <a:buNone/>
            </a:pPr>
            <a:r>
              <a:rPr lang="en-US" sz="1200" b="0" strike="noStrike" spc="-1">
                <a:solidFill>
                  <a:srgbClr val="000000"/>
                </a:solidFill>
                <a:latin typeface="+mn-lt"/>
                <a:ea typeface="+mn-ea"/>
              </a:rPr>
              <a:t>BHARATI VIDYAPEETH'S COLLEGE OF ENGINEERING, Dept. of EEE</a:t>
            </a:r>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7A128DF9-13CB-4303-9427-2A48A7C9B140}"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4" name="PlaceHolder 2"/>
          <p:cNvSpPr>
            <a:spLocks noGrp="1"/>
          </p:cNvSpPr>
          <p:nvPr>
            <p:ph type="subTitle"/>
          </p:nvPr>
        </p:nvSpPr>
        <p:spPr>
          <a:xfrm>
            <a:off x="914400" y="1447920"/>
            <a:ext cx="3748680" cy="4571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53E172F7-5C88-4201-A6BE-4BE965C03C05}"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6" name="PlaceHolder 2"/>
          <p:cNvSpPr>
            <a:spLocks noGrp="1"/>
          </p:cNvSpPr>
          <p:nvPr>
            <p:ph/>
          </p:nvPr>
        </p:nvSpPr>
        <p:spPr>
          <a:xfrm>
            <a:off x="914400" y="1447920"/>
            <a:ext cx="374868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EC08E445-C445-4E6A-980C-C1990BACED65}"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8"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9"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AD8A01F-5B7F-4D8F-AEFD-9158DF19E9F0}"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70BE53D5-622F-4F9C-B98E-EC50348D2086}"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 name="PlaceHolder 1"/>
          <p:cNvSpPr>
            <a:spLocks noGrp="1"/>
          </p:cNvSpPr>
          <p:nvPr>
            <p:ph type="subTitle"/>
          </p:nvPr>
        </p:nvSpPr>
        <p:spPr>
          <a:xfrm>
            <a:off x="914400" y="274680"/>
            <a:ext cx="7772040" cy="52977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9C6FD38-B745-4923-8F81-27356004FAEA}"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23"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24"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25"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54F269C5-CC90-48D5-862D-4957FCC7918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27"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28"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29" name="PlaceHolder 4"/>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F35C5808-E3C9-4616-8333-DBA299FA3D12}"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1"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32"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33" name="PlaceHolder 4"/>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E4036E30-86CD-4A45-97F2-8DD7CBCCB021}"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5" name="PlaceHolder 2"/>
          <p:cNvSpPr>
            <a:spLocks noGrp="1"/>
          </p:cNvSpPr>
          <p:nvPr>
            <p:ph/>
          </p:nvPr>
        </p:nvSpPr>
        <p:spPr>
          <a:xfrm>
            <a:off x="914400" y="144792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36" name="PlaceHolder 3"/>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FCCF1AF1-5410-4707-B36F-A4DB857BF9B5}"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8"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39"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0"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1" name="PlaceHolder 5"/>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4D4C2A22-E9FA-42AB-8AFC-477316B2F3F9}"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43" name="PlaceHolder 2"/>
          <p:cNvSpPr>
            <a:spLocks noGrp="1"/>
          </p:cNvSpPr>
          <p:nvPr>
            <p:ph/>
          </p:nvPr>
        </p:nvSpPr>
        <p:spPr>
          <a:xfrm>
            <a:off x="91440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4" name="PlaceHolder 3"/>
          <p:cNvSpPr>
            <a:spLocks noGrp="1"/>
          </p:cNvSpPr>
          <p:nvPr>
            <p:ph/>
          </p:nvPr>
        </p:nvSpPr>
        <p:spPr>
          <a:xfrm>
            <a:off x="21819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5" name="PlaceHolder 4"/>
          <p:cNvSpPr>
            <a:spLocks noGrp="1"/>
          </p:cNvSpPr>
          <p:nvPr>
            <p:ph/>
          </p:nvPr>
        </p:nvSpPr>
        <p:spPr>
          <a:xfrm>
            <a:off x="34491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6" name="PlaceHolder 5"/>
          <p:cNvSpPr>
            <a:spLocks noGrp="1"/>
          </p:cNvSpPr>
          <p:nvPr>
            <p:ph/>
          </p:nvPr>
        </p:nvSpPr>
        <p:spPr>
          <a:xfrm>
            <a:off x="91440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7" name="PlaceHolder 6"/>
          <p:cNvSpPr>
            <a:spLocks noGrp="1"/>
          </p:cNvSpPr>
          <p:nvPr>
            <p:ph/>
          </p:nvPr>
        </p:nvSpPr>
        <p:spPr>
          <a:xfrm>
            <a:off x="21819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8" name="PlaceHolder 7"/>
          <p:cNvSpPr>
            <a:spLocks noGrp="1"/>
          </p:cNvSpPr>
          <p:nvPr>
            <p:ph/>
          </p:nvPr>
        </p:nvSpPr>
        <p:spPr>
          <a:xfrm>
            <a:off x="34491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6850B255-A3CA-4002-8335-347BC5C3B418}"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42541F0E-E4B9-4E65-9C85-B996F6FDFDD4}"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63" name="PlaceHolder 2"/>
          <p:cNvSpPr>
            <a:spLocks noGrp="1"/>
          </p:cNvSpPr>
          <p:nvPr>
            <p:ph type="subTitle"/>
          </p:nvPr>
        </p:nvSpPr>
        <p:spPr>
          <a:xfrm>
            <a:off x="914400" y="1447920"/>
            <a:ext cx="3748680" cy="4571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3841F08A-5EDC-464D-8C9C-361D184A1B40}"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65" name="PlaceHolder 2"/>
          <p:cNvSpPr>
            <a:spLocks noGrp="1"/>
          </p:cNvSpPr>
          <p:nvPr>
            <p:ph/>
          </p:nvPr>
        </p:nvSpPr>
        <p:spPr>
          <a:xfrm>
            <a:off x="914400" y="1447920"/>
            <a:ext cx="374868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86BCC3F4-0D10-4D4C-A889-4A7BFDC5F0F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67"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8"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E5BF4120-F17A-4947-A7A1-5C4C3E69FD39}"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9"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2C4E8A80-2022-4355-BAAB-F818952A297F}"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0" name="PlaceHolder 1"/>
          <p:cNvSpPr>
            <a:spLocks noGrp="1"/>
          </p:cNvSpPr>
          <p:nvPr>
            <p:ph type="subTitle"/>
          </p:nvPr>
        </p:nvSpPr>
        <p:spPr>
          <a:xfrm>
            <a:off x="914400" y="274680"/>
            <a:ext cx="7772040" cy="52977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D4659FA8-E9AE-4174-8479-A92CB34155E6}"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72"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3"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4"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F3FEC68-C9B8-4623-B71F-28371AD91DC9}"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76"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7"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8" name="PlaceHolder 4"/>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312BDAEE-C06E-47DC-87AD-029F75A03EC2}"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80"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81"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82" name="PlaceHolder 4"/>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9A827D3B-C140-4A3E-9C41-D9B2EF3F86ED}"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84" name="PlaceHolder 2"/>
          <p:cNvSpPr>
            <a:spLocks noGrp="1"/>
          </p:cNvSpPr>
          <p:nvPr>
            <p:ph/>
          </p:nvPr>
        </p:nvSpPr>
        <p:spPr>
          <a:xfrm>
            <a:off x="914400" y="144792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85" name="PlaceHolder 3"/>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7A175D68-4D58-4511-AAA4-B97494A6EF79}"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87"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88"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89"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0" name="PlaceHolder 5"/>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BE500E61-E770-4F2C-A348-2CC55A5E7602}"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92" name="PlaceHolder 2"/>
          <p:cNvSpPr>
            <a:spLocks noGrp="1"/>
          </p:cNvSpPr>
          <p:nvPr>
            <p:ph/>
          </p:nvPr>
        </p:nvSpPr>
        <p:spPr>
          <a:xfrm>
            <a:off x="91440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3" name="PlaceHolder 3"/>
          <p:cNvSpPr>
            <a:spLocks noGrp="1"/>
          </p:cNvSpPr>
          <p:nvPr>
            <p:ph/>
          </p:nvPr>
        </p:nvSpPr>
        <p:spPr>
          <a:xfrm>
            <a:off x="21819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4" name="PlaceHolder 4"/>
          <p:cNvSpPr>
            <a:spLocks noGrp="1"/>
          </p:cNvSpPr>
          <p:nvPr>
            <p:ph/>
          </p:nvPr>
        </p:nvSpPr>
        <p:spPr>
          <a:xfrm>
            <a:off x="34491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5" name="PlaceHolder 5"/>
          <p:cNvSpPr>
            <a:spLocks noGrp="1"/>
          </p:cNvSpPr>
          <p:nvPr>
            <p:ph/>
          </p:nvPr>
        </p:nvSpPr>
        <p:spPr>
          <a:xfrm>
            <a:off x="91440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6" name="PlaceHolder 6"/>
          <p:cNvSpPr>
            <a:spLocks noGrp="1"/>
          </p:cNvSpPr>
          <p:nvPr>
            <p:ph/>
          </p:nvPr>
        </p:nvSpPr>
        <p:spPr>
          <a:xfrm>
            <a:off x="21819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7" name="PlaceHolder 7"/>
          <p:cNvSpPr>
            <a:spLocks noGrp="1"/>
          </p:cNvSpPr>
          <p:nvPr>
            <p:ph/>
          </p:nvPr>
        </p:nvSpPr>
        <p:spPr>
          <a:xfrm>
            <a:off x="34491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0661A19C-FDF7-44AF-9B23-3EFFEBF1D84F}"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858D0193-0CB0-4BE7-BBD4-2C108CE67B01}"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6"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07" name="PlaceHolder 2"/>
          <p:cNvSpPr>
            <a:spLocks noGrp="1"/>
          </p:cNvSpPr>
          <p:nvPr>
            <p:ph type="subTitle"/>
          </p:nvPr>
        </p:nvSpPr>
        <p:spPr>
          <a:xfrm>
            <a:off x="914400" y="1447920"/>
            <a:ext cx="3748680" cy="4571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06DC6AA8-51F9-48B0-A68F-A06DDFDEBF14}"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09" name="PlaceHolder 2"/>
          <p:cNvSpPr>
            <a:spLocks noGrp="1"/>
          </p:cNvSpPr>
          <p:nvPr>
            <p:ph/>
          </p:nvPr>
        </p:nvSpPr>
        <p:spPr>
          <a:xfrm>
            <a:off x="914400" y="1447920"/>
            <a:ext cx="374868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B00304EA-289E-4242-95D6-1361F3F1C9C3}"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11"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12"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7B41DB19-2BE5-4BBB-904D-99E5387CB6CC}"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3"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83F70511-B475-4798-974A-648122A53838}"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4" name="PlaceHolder 1"/>
          <p:cNvSpPr>
            <a:spLocks noGrp="1"/>
          </p:cNvSpPr>
          <p:nvPr>
            <p:ph type="subTitle"/>
          </p:nvPr>
        </p:nvSpPr>
        <p:spPr>
          <a:xfrm>
            <a:off x="914400" y="274680"/>
            <a:ext cx="7772040" cy="52977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71E5CCBB-B9E1-4FFD-8581-C91B45B33FE4}"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16"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17"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18"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73BF8D56-026C-4B95-8CC2-CA2651ED66C9}"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20"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21"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22" name="PlaceHolder 4"/>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49AA8B35-61B8-4E08-889D-B265EFD165F7}"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24"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25"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26" name="PlaceHolder 4"/>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F28CCF6F-7309-45CD-A3D2-9FF34FE1A199}"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28" name="PlaceHolder 2"/>
          <p:cNvSpPr>
            <a:spLocks noGrp="1"/>
          </p:cNvSpPr>
          <p:nvPr>
            <p:ph/>
          </p:nvPr>
        </p:nvSpPr>
        <p:spPr>
          <a:xfrm>
            <a:off x="914400" y="144792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29" name="PlaceHolder 3"/>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8998A34F-90A4-424E-9558-60733A5D4261}"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31"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32"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33"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34" name="PlaceHolder 5"/>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237433B5-A8A7-482C-AFCA-59C9F239B444}" type="slidenum">
              <a:t>‹#›</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36" name="PlaceHolder 2"/>
          <p:cNvSpPr>
            <a:spLocks noGrp="1"/>
          </p:cNvSpPr>
          <p:nvPr>
            <p:ph/>
          </p:nvPr>
        </p:nvSpPr>
        <p:spPr>
          <a:xfrm>
            <a:off x="91440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37" name="PlaceHolder 3"/>
          <p:cNvSpPr>
            <a:spLocks noGrp="1"/>
          </p:cNvSpPr>
          <p:nvPr>
            <p:ph/>
          </p:nvPr>
        </p:nvSpPr>
        <p:spPr>
          <a:xfrm>
            <a:off x="21819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38" name="PlaceHolder 4"/>
          <p:cNvSpPr>
            <a:spLocks noGrp="1"/>
          </p:cNvSpPr>
          <p:nvPr>
            <p:ph/>
          </p:nvPr>
        </p:nvSpPr>
        <p:spPr>
          <a:xfrm>
            <a:off x="34491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39" name="PlaceHolder 5"/>
          <p:cNvSpPr>
            <a:spLocks noGrp="1"/>
          </p:cNvSpPr>
          <p:nvPr>
            <p:ph/>
          </p:nvPr>
        </p:nvSpPr>
        <p:spPr>
          <a:xfrm>
            <a:off x="91440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40" name="PlaceHolder 6"/>
          <p:cNvSpPr>
            <a:spLocks noGrp="1"/>
          </p:cNvSpPr>
          <p:nvPr>
            <p:ph/>
          </p:nvPr>
        </p:nvSpPr>
        <p:spPr>
          <a:xfrm>
            <a:off x="21819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41" name="PlaceHolder 7"/>
          <p:cNvSpPr>
            <a:spLocks noGrp="1"/>
          </p:cNvSpPr>
          <p:nvPr>
            <p:ph/>
          </p:nvPr>
        </p:nvSpPr>
        <p:spPr>
          <a:xfrm>
            <a:off x="34491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B0889058-8D64-4C25-8861-90ADC1AB6D27}" type="slidenum">
              <a:t>‹#›</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F16DAB38-18EE-426B-9A0E-1A3EEFF9C735}"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1"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52" name="PlaceHolder 2"/>
          <p:cNvSpPr>
            <a:spLocks noGrp="1"/>
          </p:cNvSpPr>
          <p:nvPr>
            <p:ph type="subTitle"/>
          </p:nvPr>
        </p:nvSpPr>
        <p:spPr>
          <a:xfrm>
            <a:off x="914400" y="1447920"/>
            <a:ext cx="3748680" cy="4571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CCDBA673-57F4-454A-B6AB-00D664119597}"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54" name="PlaceHolder 2"/>
          <p:cNvSpPr>
            <a:spLocks noGrp="1"/>
          </p:cNvSpPr>
          <p:nvPr>
            <p:ph/>
          </p:nvPr>
        </p:nvSpPr>
        <p:spPr>
          <a:xfrm>
            <a:off x="914400" y="1447920"/>
            <a:ext cx="374868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C066CAAD-03A8-47EA-B6E4-DC6065F43E33}"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56"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57"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11"/>
          </p:nvPr>
        </p:nvSpPr>
        <p:spPr/>
        <p:txBody>
          <a:bodyPr/>
          <a:lstStyle/>
          <a:p>
            <a:r>
              <a:t>Footer</a:t>
            </a:r>
          </a:p>
        </p:txBody>
      </p:sp>
      <p:sp>
        <p:nvSpPr>
          <p:cNvPr id="6" name="PlaceHolder 5"/>
          <p:cNvSpPr>
            <a:spLocks noGrp="1"/>
          </p:cNvSpPr>
          <p:nvPr>
            <p:ph type="sldNum" idx="12"/>
          </p:nvPr>
        </p:nvSpPr>
        <p:spPr/>
        <p:txBody>
          <a:bodyPr/>
          <a:lstStyle/>
          <a:p>
            <a:fld id="{CB50DDC1-33AF-46AC-96C1-33CF3A205D6A}" type="slidenum">
              <a:t>‹#›</a:t>
            </a:fld>
            <a:endParaRPr/>
          </a:p>
        </p:txBody>
      </p:sp>
      <p:sp>
        <p:nvSpPr>
          <p:cNvPr id="7" name="PlaceHolder 6"/>
          <p:cNvSpPr>
            <a:spLocks noGrp="1"/>
          </p:cNvSpPr>
          <p:nvPr>
            <p:ph type="dt" idx="10"/>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8"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3" name="PlaceHolder 2"/>
          <p:cNvSpPr>
            <a:spLocks noGrp="1"/>
          </p:cNvSpPr>
          <p:nvPr>
            <p:ph type="ftr" idx="11"/>
          </p:nvPr>
        </p:nvSpPr>
        <p:spPr/>
        <p:txBody>
          <a:bodyPr/>
          <a:lstStyle/>
          <a:p>
            <a:r>
              <a:t>Footer</a:t>
            </a:r>
          </a:p>
        </p:txBody>
      </p:sp>
      <p:sp>
        <p:nvSpPr>
          <p:cNvPr id="4" name="PlaceHolder 3"/>
          <p:cNvSpPr>
            <a:spLocks noGrp="1"/>
          </p:cNvSpPr>
          <p:nvPr>
            <p:ph type="sldNum" idx="12"/>
          </p:nvPr>
        </p:nvSpPr>
        <p:spPr/>
        <p:txBody>
          <a:bodyPr/>
          <a:lstStyle/>
          <a:p>
            <a:fld id="{A39D7435-CF93-494D-9408-F3F863B7EAFD}" type="slidenum">
              <a:t>‹#›</a:t>
            </a:fld>
            <a:endParaRPr/>
          </a:p>
        </p:txBody>
      </p:sp>
      <p:sp>
        <p:nvSpPr>
          <p:cNvPr id="5" name="PlaceHolder 4"/>
          <p:cNvSpPr>
            <a:spLocks noGrp="1"/>
          </p:cNvSpPr>
          <p:nvPr>
            <p:ph type="dt" idx="10"/>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9" name="PlaceHolder 1"/>
          <p:cNvSpPr>
            <a:spLocks noGrp="1"/>
          </p:cNvSpPr>
          <p:nvPr>
            <p:ph type="subTitle"/>
          </p:nvPr>
        </p:nvSpPr>
        <p:spPr>
          <a:xfrm>
            <a:off x="914400" y="274680"/>
            <a:ext cx="7772040" cy="52977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11"/>
          </p:nvPr>
        </p:nvSpPr>
        <p:spPr/>
        <p:txBody>
          <a:bodyPr/>
          <a:lstStyle/>
          <a:p>
            <a:r>
              <a:t>Footer</a:t>
            </a:r>
          </a:p>
        </p:txBody>
      </p:sp>
      <p:sp>
        <p:nvSpPr>
          <p:cNvPr id="4" name="PlaceHolder 3"/>
          <p:cNvSpPr>
            <a:spLocks noGrp="1"/>
          </p:cNvSpPr>
          <p:nvPr>
            <p:ph type="sldNum" idx="12"/>
          </p:nvPr>
        </p:nvSpPr>
        <p:spPr/>
        <p:txBody>
          <a:bodyPr/>
          <a:lstStyle/>
          <a:p>
            <a:fld id="{9F859F5A-0830-437C-B503-7C2FE215E327}" type="slidenum">
              <a:t>‹#›</a:t>
            </a:fld>
            <a:endParaRPr/>
          </a:p>
        </p:txBody>
      </p:sp>
      <p:sp>
        <p:nvSpPr>
          <p:cNvPr id="5" name="PlaceHolder 4"/>
          <p:cNvSpPr>
            <a:spLocks noGrp="1"/>
          </p:cNvSpPr>
          <p:nvPr>
            <p:ph type="dt" idx="10"/>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61"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62" name="PlaceHolder 3"/>
          <p:cNvSpPr>
            <a:spLocks noGrp="1"/>
          </p:cNvSpPr>
          <p:nvPr>
            <p:ph/>
          </p:nvPr>
        </p:nvSpPr>
        <p:spPr>
          <a:xfrm>
            <a:off x="283536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63"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11"/>
          </p:nvPr>
        </p:nvSpPr>
        <p:spPr/>
        <p:txBody>
          <a:bodyPr/>
          <a:lstStyle/>
          <a:p>
            <a:r>
              <a:t>Footer</a:t>
            </a:r>
          </a:p>
        </p:txBody>
      </p:sp>
      <p:sp>
        <p:nvSpPr>
          <p:cNvPr id="7" name="PlaceHolder 6"/>
          <p:cNvSpPr>
            <a:spLocks noGrp="1"/>
          </p:cNvSpPr>
          <p:nvPr>
            <p:ph type="sldNum" idx="12"/>
          </p:nvPr>
        </p:nvSpPr>
        <p:spPr/>
        <p:txBody>
          <a:bodyPr/>
          <a:lstStyle/>
          <a:p>
            <a:fld id="{F37616DE-B733-4722-B0DB-B261518AFB5E}" type="slidenum">
              <a:t>‹#›</a:t>
            </a:fld>
            <a:endParaRPr/>
          </a:p>
        </p:txBody>
      </p:sp>
      <p:sp>
        <p:nvSpPr>
          <p:cNvPr id="8" name="PlaceHolder 7"/>
          <p:cNvSpPr>
            <a:spLocks noGrp="1"/>
          </p:cNvSpPr>
          <p:nvPr>
            <p:ph type="dt" idx="10"/>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65" name="PlaceHolder 2"/>
          <p:cNvSpPr>
            <a:spLocks noGrp="1"/>
          </p:cNvSpPr>
          <p:nvPr>
            <p:ph/>
          </p:nvPr>
        </p:nvSpPr>
        <p:spPr>
          <a:xfrm>
            <a:off x="914400" y="1447920"/>
            <a:ext cx="1829160" cy="457164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66"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67" name="PlaceHolder 4"/>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11"/>
          </p:nvPr>
        </p:nvSpPr>
        <p:spPr/>
        <p:txBody>
          <a:bodyPr/>
          <a:lstStyle/>
          <a:p>
            <a:r>
              <a:t>Footer</a:t>
            </a:r>
          </a:p>
        </p:txBody>
      </p:sp>
      <p:sp>
        <p:nvSpPr>
          <p:cNvPr id="7" name="PlaceHolder 6"/>
          <p:cNvSpPr>
            <a:spLocks noGrp="1"/>
          </p:cNvSpPr>
          <p:nvPr>
            <p:ph type="sldNum" idx="12"/>
          </p:nvPr>
        </p:nvSpPr>
        <p:spPr/>
        <p:txBody>
          <a:bodyPr/>
          <a:lstStyle/>
          <a:p>
            <a:fld id="{6C944C49-DA64-4412-8EE8-C32156F3C791}" type="slidenum">
              <a:t>‹#›</a:t>
            </a:fld>
            <a:endParaRPr/>
          </a:p>
        </p:txBody>
      </p:sp>
      <p:sp>
        <p:nvSpPr>
          <p:cNvPr id="8" name="PlaceHolder 7"/>
          <p:cNvSpPr>
            <a:spLocks noGrp="1"/>
          </p:cNvSpPr>
          <p:nvPr>
            <p:ph type="dt" idx="10"/>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69"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70"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71" name="PlaceHolder 4"/>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6" name="PlaceHolder 5"/>
          <p:cNvSpPr>
            <a:spLocks noGrp="1"/>
          </p:cNvSpPr>
          <p:nvPr>
            <p:ph type="ftr" idx="11"/>
          </p:nvPr>
        </p:nvSpPr>
        <p:spPr/>
        <p:txBody>
          <a:bodyPr/>
          <a:lstStyle/>
          <a:p>
            <a:r>
              <a:t>Footer</a:t>
            </a:r>
          </a:p>
        </p:txBody>
      </p:sp>
      <p:sp>
        <p:nvSpPr>
          <p:cNvPr id="7" name="PlaceHolder 6"/>
          <p:cNvSpPr>
            <a:spLocks noGrp="1"/>
          </p:cNvSpPr>
          <p:nvPr>
            <p:ph type="sldNum" idx="12"/>
          </p:nvPr>
        </p:nvSpPr>
        <p:spPr/>
        <p:txBody>
          <a:bodyPr/>
          <a:lstStyle/>
          <a:p>
            <a:fld id="{CF809A09-F9DD-46A6-8422-B98010FA47DF}" type="slidenum">
              <a:t>‹#›</a:t>
            </a:fld>
            <a:endParaRPr/>
          </a:p>
        </p:txBody>
      </p:sp>
      <p:sp>
        <p:nvSpPr>
          <p:cNvPr id="8" name="PlaceHolder 7"/>
          <p:cNvSpPr>
            <a:spLocks noGrp="1"/>
          </p:cNvSpPr>
          <p:nvPr>
            <p:ph type="dt" idx="10"/>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73" name="PlaceHolder 2"/>
          <p:cNvSpPr>
            <a:spLocks noGrp="1"/>
          </p:cNvSpPr>
          <p:nvPr>
            <p:ph/>
          </p:nvPr>
        </p:nvSpPr>
        <p:spPr>
          <a:xfrm>
            <a:off x="914400" y="144792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74" name="PlaceHolder 3"/>
          <p:cNvSpPr>
            <a:spLocks noGrp="1"/>
          </p:cNvSpPr>
          <p:nvPr>
            <p:ph/>
          </p:nvPr>
        </p:nvSpPr>
        <p:spPr>
          <a:xfrm>
            <a:off x="914400" y="3836160"/>
            <a:ext cx="374868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5" name="PlaceHolder 4"/>
          <p:cNvSpPr>
            <a:spLocks noGrp="1"/>
          </p:cNvSpPr>
          <p:nvPr>
            <p:ph type="ftr" idx="11"/>
          </p:nvPr>
        </p:nvSpPr>
        <p:spPr/>
        <p:txBody>
          <a:bodyPr/>
          <a:lstStyle/>
          <a:p>
            <a:r>
              <a:t>Footer</a:t>
            </a:r>
          </a:p>
        </p:txBody>
      </p:sp>
      <p:sp>
        <p:nvSpPr>
          <p:cNvPr id="6" name="PlaceHolder 5"/>
          <p:cNvSpPr>
            <a:spLocks noGrp="1"/>
          </p:cNvSpPr>
          <p:nvPr>
            <p:ph type="sldNum" idx="12"/>
          </p:nvPr>
        </p:nvSpPr>
        <p:spPr/>
        <p:txBody>
          <a:bodyPr/>
          <a:lstStyle/>
          <a:p>
            <a:fld id="{C552425E-5272-407C-92BD-30958C21275C}" type="slidenum">
              <a:t>‹#›</a:t>
            </a:fld>
            <a:endParaRPr/>
          </a:p>
        </p:txBody>
      </p:sp>
      <p:sp>
        <p:nvSpPr>
          <p:cNvPr id="7" name="PlaceHolder 6"/>
          <p:cNvSpPr>
            <a:spLocks noGrp="1"/>
          </p:cNvSpPr>
          <p:nvPr>
            <p:ph type="dt" idx="10"/>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76" name="PlaceHolder 2"/>
          <p:cNvSpPr>
            <a:spLocks noGrp="1"/>
          </p:cNvSpPr>
          <p:nvPr>
            <p:ph/>
          </p:nvPr>
        </p:nvSpPr>
        <p:spPr>
          <a:xfrm>
            <a:off x="91440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77" name="PlaceHolder 3"/>
          <p:cNvSpPr>
            <a:spLocks noGrp="1"/>
          </p:cNvSpPr>
          <p:nvPr>
            <p:ph/>
          </p:nvPr>
        </p:nvSpPr>
        <p:spPr>
          <a:xfrm>
            <a:off x="2835360" y="144792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78" name="PlaceHolder 4"/>
          <p:cNvSpPr>
            <a:spLocks noGrp="1"/>
          </p:cNvSpPr>
          <p:nvPr>
            <p:ph/>
          </p:nvPr>
        </p:nvSpPr>
        <p:spPr>
          <a:xfrm>
            <a:off x="91440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79" name="PlaceHolder 5"/>
          <p:cNvSpPr>
            <a:spLocks noGrp="1"/>
          </p:cNvSpPr>
          <p:nvPr>
            <p:ph/>
          </p:nvPr>
        </p:nvSpPr>
        <p:spPr>
          <a:xfrm>
            <a:off x="2835360" y="3836160"/>
            <a:ext cx="182916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7" name="PlaceHolder 6"/>
          <p:cNvSpPr>
            <a:spLocks noGrp="1"/>
          </p:cNvSpPr>
          <p:nvPr>
            <p:ph type="ftr" idx="11"/>
          </p:nvPr>
        </p:nvSpPr>
        <p:spPr/>
        <p:txBody>
          <a:bodyPr/>
          <a:lstStyle/>
          <a:p>
            <a:r>
              <a:t>Footer</a:t>
            </a:r>
          </a:p>
        </p:txBody>
      </p:sp>
      <p:sp>
        <p:nvSpPr>
          <p:cNvPr id="8" name="PlaceHolder 7"/>
          <p:cNvSpPr>
            <a:spLocks noGrp="1"/>
          </p:cNvSpPr>
          <p:nvPr>
            <p:ph type="sldNum" idx="12"/>
          </p:nvPr>
        </p:nvSpPr>
        <p:spPr/>
        <p:txBody>
          <a:bodyPr/>
          <a:lstStyle/>
          <a:p>
            <a:fld id="{7096E938-A59B-4042-96C1-B614245F3A4E}" type="slidenum">
              <a:t>‹#›</a:t>
            </a:fld>
            <a:endParaRPr/>
          </a:p>
        </p:txBody>
      </p:sp>
      <p:sp>
        <p:nvSpPr>
          <p:cNvPr id="9" name="PlaceHolder 8"/>
          <p:cNvSpPr>
            <a:spLocks noGrp="1"/>
          </p:cNvSpPr>
          <p:nvPr>
            <p:ph type="dt" idx="10"/>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914400" y="274680"/>
            <a:ext cx="7772040" cy="11426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Perpetua"/>
            </a:endParaRPr>
          </a:p>
        </p:txBody>
      </p:sp>
      <p:sp>
        <p:nvSpPr>
          <p:cNvPr id="181" name="PlaceHolder 2"/>
          <p:cNvSpPr>
            <a:spLocks noGrp="1"/>
          </p:cNvSpPr>
          <p:nvPr>
            <p:ph/>
          </p:nvPr>
        </p:nvSpPr>
        <p:spPr>
          <a:xfrm>
            <a:off x="91440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82" name="PlaceHolder 3"/>
          <p:cNvSpPr>
            <a:spLocks noGrp="1"/>
          </p:cNvSpPr>
          <p:nvPr>
            <p:ph/>
          </p:nvPr>
        </p:nvSpPr>
        <p:spPr>
          <a:xfrm>
            <a:off x="21819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83" name="PlaceHolder 4"/>
          <p:cNvSpPr>
            <a:spLocks noGrp="1"/>
          </p:cNvSpPr>
          <p:nvPr>
            <p:ph/>
          </p:nvPr>
        </p:nvSpPr>
        <p:spPr>
          <a:xfrm>
            <a:off x="3449160" y="144792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84" name="PlaceHolder 5"/>
          <p:cNvSpPr>
            <a:spLocks noGrp="1"/>
          </p:cNvSpPr>
          <p:nvPr>
            <p:ph/>
          </p:nvPr>
        </p:nvSpPr>
        <p:spPr>
          <a:xfrm>
            <a:off x="91440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85" name="PlaceHolder 6"/>
          <p:cNvSpPr>
            <a:spLocks noGrp="1"/>
          </p:cNvSpPr>
          <p:nvPr>
            <p:ph/>
          </p:nvPr>
        </p:nvSpPr>
        <p:spPr>
          <a:xfrm>
            <a:off x="21819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186" name="PlaceHolder 7"/>
          <p:cNvSpPr>
            <a:spLocks noGrp="1"/>
          </p:cNvSpPr>
          <p:nvPr>
            <p:ph/>
          </p:nvPr>
        </p:nvSpPr>
        <p:spPr>
          <a:xfrm>
            <a:off x="3449160" y="3836160"/>
            <a:ext cx="1206720" cy="2180520"/>
          </a:xfrm>
          <a:prstGeom prst="rect">
            <a:avLst/>
          </a:prstGeom>
          <a:noFill/>
          <a:ln w="0">
            <a:noFill/>
          </a:ln>
        </p:spPr>
        <p:txBody>
          <a:bodyPr lIns="0" tIns="0" rIns="0" bIns="0" anchor="t">
            <a:normAutofit/>
          </a:bodyPr>
          <a:lstStyle/>
          <a:p>
            <a:pPr indent="0">
              <a:spcBef>
                <a:spcPts val="1417"/>
              </a:spcBef>
              <a:buNone/>
            </a:pPr>
            <a:endParaRPr lang="en-US" sz="2600" b="0" strike="noStrike" spc="-1">
              <a:solidFill>
                <a:srgbClr val="000000"/>
              </a:solidFill>
              <a:latin typeface="Perpetua"/>
            </a:endParaRPr>
          </a:p>
        </p:txBody>
      </p:sp>
      <p:sp>
        <p:nvSpPr>
          <p:cNvPr id="9" name="PlaceHolder 8"/>
          <p:cNvSpPr>
            <a:spLocks noGrp="1"/>
          </p:cNvSpPr>
          <p:nvPr>
            <p:ph type="ftr" idx="11"/>
          </p:nvPr>
        </p:nvSpPr>
        <p:spPr/>
        <p:txBody>
          <a:bodyPr/>
          <a:lstStyle/>
          <a:p>
            <a:r>
              <a:t>Footer</a:t>
            </a:r>
          </a:p>
        </p:txBody>
      </p:sp>
      <p:sp>
        <p:nvSpPr>
          <p:cNvPr id="10" name="PlaceHolder 9"/>
          <p:cNvSpPr>
            <a:spLocks noGrp="1"/>
          </p:cNvSpPr>
          <p:nvPr>
            <p:ph type="sldNum" idx="12"/>
          </p:nvPr>
        </p:nvSpPr>
        <p:spPr/>
        <p:txBody>
          <a:bodyPr/>
          <a:lstStyle/>
          <a:p>
            <a:fld id="{B6FC23E3-11AF-4D89-810F-685B4B604656}" type="slidenum">
              <a:t>‹#›</a:t>
            </a:fld>
            <a:endParaRPr/>
          </a:p>
        </p:txBody>
      </p:sp>
      <p:sp>
        <p:nvSpPr>
          <p:cNvPr id="11" name="PlaceHolder 10"/>
          <p:cNvSpPr>
            <a:spLocks noGrp="1"/>
          </p:cNvSpPr>
          <p:nvPr>
            <p:ph type="dt" idx="10"/>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tx="0" ty="0" sx="54964" sy="54285" algn="tl"/>
        </a:blipFill>
        <a:effectLst/>
      </p:bgPr>
    </p:bg>
    <p:spTree>
      <p:nvGrpSpPr>
        <p:cNvPr id="1" name=""/>
        <p:cNvGrpSpPr/>
        <p:nvPr/>
      </p:nvGrpSpPr>
      <p:grpSpPr>
        <a:xfrm>
          <a:off x="0" y="0"/>
          <a:ext cx="0" cy="0"/>
          <a:chOff x="0" y="0"/>
          <a:chExt cx="0" cy="0"/>
        </a:xfrm>
      </p:grpSpPr>
      <p:sp>
        <p:nvSpPr>
          <p:cNvPr id="13" name="Rectangle 8" hidden="1"/>
          <p:cNvSpPr/>
          <p:nvPr/>
        </p:nvSpPr>
        <p:spPr>
          <a:xfrm>
            <a:off x="0" y="0"/>
            <a:ext cx="914364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useBgFill="1">
        <p:nvSpPr>
          <p:cNvPr id="14" name="Rounded Rectangle 7" hidden="1"/>
          <p:cNvSpPr/>
          <p:nvPr/>
        </p:nvSpPr>
        <p:spPr>
          <a:xfrm>
            <a:off x="64080" y="69840"/>
            <a:ext cx="9012960" cy="6693120"/>
          </a:xfrm>
          <a:prstGeom prst="roundRect">
            <a:avLst>
              <a:gd name="adj" fmla="val 4929"/>
            </a:avLst>
          </a:prstGeom>
          <a:ln w="6350" cap="sq">
            <a:solidFill>
              <a:srgbClr val="000000">
                <a:alpha val="100000"/>
              </a:srgbClr>
            </a:solidFill>
            <a:round/>
          </a:ln>
          <a:effectLst>
            <a:outerShdw blurRad="38160" dist="25560" dir="5400000" algn="t" rotWithShape="0">
              <a:srgbClr val="000000">
                <a:alpha val="50000"/>
              </a:srgbClr>
            </a:outerShdw>
          </a:effectLst>
        </p:spPr>
        <p:style>
          <a:lnRef idx="3">
            <a:schemeClr val="lt1"/>
          </a:lnRef>
          <a:fillRef idx="1001">
            <a:schemeClr val="l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2" name="Rectangle 11"/>
          <p:cNvSpPr/>
          <p:nvPr/>
        </p:nvSpPr>
        <p:spPr>
          <a:xfrm>
            <a:off x="0" y="0"/>
            <a:ext cx="914364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useBgFill="1">
        <p:nvSpPr>
          <p:cNvPr id="3" name="Rounded Rectangle 12"/>
          <p:cNvSpPr/>
          <p:nvPr/>
        </p:nvSpPr>
        <p:spPr>
          <a:xfrm>
            <a:off x="65160" y="69840"/>
            <a:ext cx="9012960" cy="6691680"/>
          </a:xfrm>
          <a:prstGeom prst="roundRect">
            <a:avLst>
              <a:gd name="adj" fmla="val 4929"/>
            </a:avLst>
          </a:prstGeom>
          <a:ln w="6350" cap="sq">
            <a:solidFill>
              <a:srgbClr val="000000">
                <a:alpha val="100000"/>
              </a:srgbClr>
            </a:solidFill>
            <a:round/>
          </a:ln>
          <a:effectLst>
            <a:outerShdw blurRad="38160" dist="25560" dir="5400000" algn="t" rotWithShape="0">
              <a:srgbClr val="000000">
                <a:alpha val="50000"/>
              </a:srgbClr>
            </a:outerShdw>
          </a:effectLst>
        </p:spPr>
        <p:style>
          <a:lnRef idx="3">
            <a:schemeClr val="lt1"/>
          </a:lnRef>
          <a:fillRef idx="1001">
            <a:schemeClr val="l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4" name="PlaceHolder 1"/>
          <p:cNvSpPr>
            <a:spLocks noGrp="1"/>
          </p:cNvSpPr>
          <p:nvPr>
            <p:ph type="dt" idx="1"/>
          </p:nvPr>
        </p:nvSpPr>
        <p:spPr>
          <a:xfrm>
            <a:off x="6172200" y="6191280"/>
            <a:ext cx="2476080" cy="475920"/>
          </a:xfrm>
          <a:prstGeom prst="rect">
            <a:avLst/>
          </a:prstGeom>
          <a:noFill/>
          <a:ln w="0">
            <a:noFill/>
          </a:ln>
        </p:spPr>
        <p:txBody>
          <a:bodyPr lIns="90000" tIns="45000" rIns="90000" bIns="45000" anchor="ctr">
            <a:noAutofit/>
          </a:bodyPr>
          <a:lstStyle>
            <a:lvl1pPr indent="0" algn="r">
              <a:lnSpc>
                <a:spcPct val="100000"/>
              </a:lnSpc>
              <a:buNone/>
              <a:defRPr lang="en-US" sz="1400" b="0" strike="noStrike" spc="-1">
                <a:solidFill>
                  <a:srgbClr val="696464"/>
                </a:solidFill>
                <a:latin typeface="Perpetua"/>
              </a:defRPr>
            </a:lvl1pPr>
          </a:lstStyle>
          <a:p>
            <a:pPr indent="0" algn="r">
              <a:lnSpc>
                <a:spcPct val="100000"/>
              </a:lnSpc>
              <a:buNone/>
            </a:pPr>
            <a:r>
              <a:rPr lang="en-US" sz="1400" b="0" strike="noStrike" spc="-1">
                <a:solidFill>
                  <a:srgbClr val="696464"/>
                </a:solidFill>
                <a:latin typeface="Perpetua"/>
              </a:rPr>
              <a:t>&lt;date/time&gt;</a:t>
            </a:r>
            <a:endParaRPr lang="en-US" sz="1400" b="0" strike="noStrike" spc="-1">
              <a:solidFill>
                <a:srgbClr val="000000"/>
              </a:solidFill>
              <a:latin typeface="Times New Roman"/>
            </a:endParaRPr>
          </a:p>
        </p:txBody>
      </p:sp>
      <p:sp>
        <p:nvSpPr>
          <p:cNvPr id="5" name="PlaceHolder 2"/>
          <p:cNvSpPr>
            <a:spLocks noGrp="1"/>
          </p:cNvSpPr>
          <p:nvPr>
            <p:ph type="ftr" idx="2"/>
          </p:nvPr>
        </p:nvSpPr>
        <p:spPr>
          <a:xfrm>
            <a:off x="914400" y="6172200"/>
            <a:ext cx="3962160" cy="456840"/>
          </a:xfrm>
          <a:prstGeom prst="rect">
            <a:avLst/>
          </a:prstGeom>
          <a:noFill/>
          <a:ln w="0">
            <a:noFill/>
          </a:ln>
        </p:spPr>
        <p:txBody>
          <a:bodyPr lIns="90000" tIns="45000" rIns="90000" bIns="45000" anchor="ctr">
            <a:noAutofit/>
          </a:bodyPr>
          <a:lstStyle>
            <a:lvl1pPr indent="0">
              <a:lnSpc>
                <a:spcPct val="100000"/>
              </a:lnSpc>
              <a:buNone/>
              <a:defRPr lang="en-US" sz="1400" b="0" strike="noStrike" spc="-1">
                <a:solidFill>
                  <a:srgbClr val="696464"/>
                </a:solidFill>
                <a:latin typeface="Perpetua"/>
              </a:defRPr>
            </a:lvl1pPr>
          </a:lstStyle>
          <a:p>
            <a:pPr indent="0">
              <a:lnSpc>
                <a:spcPct val="100000"/>
              </a:lnSpc>
              <a:buNone/>
            </a:pPr>
            <a:r>
              <a:rPr lang="en-US" sz="1400" b="0" strike="noStrike" spc="-1">
                <a:solidFill>
                  <a:srgbClr val="696464"/>
                </a:solidFill>
                <a:latin typeface="Perpetua"/>
              </a:rPr>
              <a:t>&lt;footer&gt;</a:t>
            </a:r>
            <a:endParaRPr lang="en-US" sz="1400" b="0" strike="noStrike" spc="-1">
              <a:solidFill>
                <a:srgbClr val="000000"/>
              </a:solidFill>
              <a:latin typeface="Times New Roman"/>
            </a:endParaRPr>
          </a:p>
        </p:txBody>
      </p:sp>
      <p:sp>
        <p:nvSpPr>
          <p:cNvPr id="6" name="PlaceHolder 3"/>
          <p:cNvSpPr>
            <a:spLocks noGrp="1"/>
          </p:cNvSpPr>
          <p:nvPr>
            <p:ph type="sldNum" idx="3"/>
          </p:nvPr>
        </p:nvSpPr>
        <p:spPr>
          <a:xfrm>
            <a:off x="146160" y="6210360"/>
            <a:ext cx="456840" cy="456840"/>
          </a:xfrm>
          <a:prstGeom prst="rect">
            <a:avLst/>
          </a:prstGeom>
          <a:solidFill>
            <a:schemeClr val="accent1"/>
          </a:solidFill>
          <a:ln w="0">
            <a:noFill/>
          </a:ln>
        </p:spPr>
        <p:txBody>
          <a:bodyPr lIns="0" tIns="0" rIns="0" bIns="0" anchor="ctr">
            <a:noAutofit/>
          </a:bodyPr>
          <a:lstStyle>
            <a:lvl1pPr indent="0" algn="ctr">
              <a:lnSpc>
                <a:spcPct val="100000"/>
              </a:lnSpc>
              <a:buNone/>
              <a:defRPr lang="en-US" sz="1400" b="0" strike="noStrike" spc="-1">
                <a:solidFill>
                  <a:srgbClr val="FFFFFF"/>
                </a:solidFill>
                <a:latin typeface="Franklin Gothic Book"/>
              </a:defRPr>
            </a:lvl1pPr>
          </a:lstStyle>
          <a:p>
            <a:pPr indent="0" algn="ctr">
              <a:lnSpc>
                <a:spcPct val="100000"/>
              </a:lnSpc>
              <a:buNone/>
            </a:pPr>
            <a:fld id="{D7A5CD05-73FD-4B54-99D8-18250A9AB88D}" type="slidenum">
              <a:rPr lang="en-US" sz="1400" b="0" strike="noStrike" spc="-1">
                <a:solidFill>
                  <a:srgbClr val="FFFFFF"/>
                </a:solidFill>
                <a:latin typeface="Franklin Gothic Book"/>
              </a:rPr>
              <a:t>‹#›</a:t>
            </a:fld>
            <a:endParaRPr lang="en-US" sz="1400" b="0" strike="noStrike" spc="-1">
              <a:solidFill>
                <a:srgbClr val="000000"/>
              </a:solidFill>
              <a:latin typeface="Times New Roman"/>
            </a:endParaRPr>
          </a:p>
        </p:txBody>
      </p:sp>
      <p:sp>
        <p:nvSpPr>
          <p:cNvPr id="7" name="Rectangle 6"/>
          <p:cNvSpPr/>
          <p:nvPr/>
        </p:nvSpPr>
        <p:spPr>
          <a:xfrm>
            <a:off x="63000" y="1449360"/>
            <a:ext cx="9021240" cy="1527120"/>
          </a:xfrm>
          <a:prstGeom prst="rect">
            <a:avLst/>
          </a:prstGeom>
          <a:solidFill>
            <a:schemeClr val="accent1">
              <a:alpha val="100000"/>
            </a:schemeClr>
          </a:solidFill>
          <a:ln w="19050">
            <a:noFill/>
          </a:ln>
          <a:effectLst>
            <a:outerShdw blurRad="38160" dist="25560" dir="5400000" algn="t" rotWithShape="0">
              <a:srgbClr val="000000">
                <a:alpha val="50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8" name="Rectangle 9"/>
          <p:cNvSpPr/>
          <p:nvPr/>
        </p:nvSpPr>
        <p:spPr>
          <a:xfrm>
            <a:off x="63000" y="1396800"/>
            <a:ext cx="9021240" cy="120240"/>
          </a:xfrm>
          <a:prstGeom prst="rect">
            <a:avLst/>
          </a:prstGeom>
          <a:solidFill>
            <a:schemeClr val="accent1">
              <a:tint val="60000"/>
            </a:schemeClr>
          </a:solidFill>
          <a:ln w="19050">
            <a:noFill/>
          </a:ln>
          <a:effectLst>
            <a:outerShdw blurRad="38160" dist="25560" dir="5400000" algn="t" rotWithShape="0">
              <a:srgbClr val="000000">
                <a:alpha val="50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9" name="Rectangle 10"/>
          <p:cNvSpPr/>
          <p:nvPr/>
        </p:nvSpPr>
        <p:spPr>
          <a:xfrm>
            <a:off x="63000" y="2976480"/>
            <a:ext cx="9021240" cy="110160"/>
          </a:xfrm>
          <a:prstGeom prst="rect">
            <a:avLst/>
          </a:prstGeom>
          <a:solidFill>
            <a:schemeClr val="accent5"/>
          </a:solidFill>
          <a:ln w="19050">
            <a:noFill/>
          </a:ln>
          <a:effectLst>
            <a:outerShdw blurRad="38160" dist="25560" dir="5400000" algn="t" rotWithShape="0">
              <a:srgbClr val="000000">
                <a:alpha val="50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10" name="PlaceHolder 4"/>
          <p:cNvSpPr>
            <a:spLocks noGrp="1"/>
          </p:cNvSpPr>
          <p:nvPr>
            <p:ph type="title"/>
          </p:nvPr>
        </p:nvSpPr>
        <p:spPr>
          <a:xfrm>
            <a:off x="457200" y="1505880"/>
            <a:ext cx="8229240" cy="1469520"/>
          </a:xfrm>
          <a:prstGeom prst="rect">
            <a:avLst/>
          </a:prstGeom>
          <a:noFill/>
          <a:ln w="0">
            <a:noFill/>
          </a:ln>
        </p:spPr>
        <p:txBody>
          <a:bodyPr lIns="90000" tIns="45000" rIns="90000" bIns="91440" anchor="ctr">
            <a:noAutofit/>
          </a:bodyPr>
          <a:lstStyle/>
          <a:p>
            <a:pPr indent="0" algn="ctr">
              <a:lnSpc>
                <a:spcPct val="100000"/>
              </a:lnSpc>
              <a:buNone/>
            </a:pPr>
            <a:r>
              <a:rPr lang="en-US" sz="4000" b="0" strike="noStrike" spc="-1">
                <a:solidFill>
                  <a:srgbClr val="FFFFFF"/>
                </a:solidFill>
                <a:latin typeface="Franklin Gothic Book"/>
              </a:rPr>
              <a:t>Click to edit Master title style</a:t>
            </a:r>
            <a:endParaRPr lang="en-US" sz="4000" b="0" strike="noStrike" spc="-1">
              <a:solidFill>
                <a:srgbClr val="000000"/>
              </a:solidFill>
              <a:latin typeface="Perpetua"/>
            </a:endParaRPr>
          </a:p>
        </p:txBody>
      </p:sp>
      <p:pic>
        <p:nvPicPr>
          <p:cNvPr id="11" name="Picture 13" descr="logo.png"/>
          <p:cNvPicPr/>
          <p:nvPr/>
        </p:nvPicPr>
        <p:blipFill>
          <a:blip r:embed="rId15"/>
          <a:stretch/>
        </p:blipFill>
        <p:spPr>
          <a:xfrm>
            <a:off x="3500280" y="285840"/>
            <a:ext cx="2053440" cy="928440"/>
          </a:xfrm>
          <a:prstGeom prst="rect">
            <a:avLst/>
          </a:prstGeom>
          <a:ln w="0">
            <a:noFill/>
          </a:ln>
        </p:spPr>
      </p:pic>
      <p:sp>
        <p:nvSpPr>
          <p:cNvPr id="12"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2600" b="0" strike="noStrike" spc="-1">
                <a:solidFill>
                  <a:srgbClr val="000000"/>
                </a:solidFill>
                <a:latin typeface="Perpetua"/>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Perpetua"/>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Perpetua"/>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Perpetua"/>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Perpetua"/>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Perpetua"/>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Perpetua"/>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tx="0" ty="0" sx="54964" sy="54285" algn="tl"/>
        </a:blipFill>
        <a:effectLst/>
      </p:bgPr>
    </p:bg>
    <p:spTree>
      <p:nvGrpSpPr>
        <p:cNvPr id="1" name=""/>
        <p:cNvGrpSpPr/>
        <p:nvPr/>
      </p:nvGrpSpPr>
      <p:grpSpPr>
        <a:xfrm>
          <a:off x="0" y="0"/>
          <a:ext cx="0" cy="0"/>
          <a:chOff x="0" y="0"/>
          <a:chExt cx="0" cy="0"/>
        </a:xfrm>
      </p:grpSpPr>
      <p:sp>
        <p:nvSpPr>
          <p:cNvPr id="49" name="Rectangle 8" hidden="1"/>
          <p:cNvSpPr/>
          <p:nvPr/>
        </p:nvSpPr>
        <p:spPr>
          <a:xfrm>
            <a:off x="0" y="0"/>
            <a:ext cx="914364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useBgFill="1">
        <p:nvSpPr>
          <p:cNvPr id="50" name="Rounded Rectangle 7" hidden="1"/>
          <p:cNvSpPr/>
          <p:nvPr/>
        </p:nvSpPr>
        <p:spPr>
          <a:xfrm>
            <a:off x="64080" y="69840"/>
            <a:ext cx="9012960" cy="6693120"/>
          </a:xfrm>
          <a:prstGeom prst="roundRect">
            <a:avLst>
              <a:gd name="adj" fmla="val 4929"/>
            </a:avLst>
          </a:prstGeom>
          <a:ln w="6350" cap="sq">
            <a:solidFill>
              <a:srgbClr val="000000">
                <a:alpha val="100000"/>
              </a:srgbClr>
            </a:solidFill>
            <a:round/>
          </a:ln>
          <a:effectLst>
            <a:outerShdw blurRad="38160" dist="25560" dir="5400000" algn="t" rotWithShape="0">
              <a:srgbClr val="000000">
                <a:alpha val="50000"/>
              </a:srgbClr>
            </a:outerShdw>
          </a:effectLst>
        </p:spPr>
        <p:style>
          <a:lnRef idx="3">
            <a:schemeClr val="lt1"/>
          </a:lnRef>
          <a:fillRef idx="1001">
            <a:schemeClr val="l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51" name="Rectangle 10"/>
          <p:cNvSpPr/>
          <p:nvPr/>
        </p:nvSpPr>
        <p:spPr>
          <a:xfrm>
            <a:off x="0" y="0"/>
            <a:ext cx="914364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useBgFill="1">
        <p:nvSpPr>
          <p:cNvPr id="52" name="Rounded Rectangle 9"/>
          <p:cNvSpPr/>
          <p:nvPr/>
        </p:nvSpPr>
        <p:spPr>
          <a:xfrm>
            <a:off x="65160" y="69840"/>
            <a:ext cx="9012960" cy="6691680"/>
          </a:xfrm>
          <a:prstGeom prst="roundRect">
            <a:avLst>
              <a:gd name="adj" fmla="val 4929"/>
            </a:avLst>
          </a:prstGeom>
          <a:ln w="6350" cap="sq">
            <a:solidFill>
              <a:srgbClr val="000000">
                <a:alpha val="100000"/>
              </a:srgbClr>
            </a:solidFill>
            <a:round/>
          </a:ln>
          <a:effectLst>
            <a:outerShdw blurRad="38160" dist="25560" dir="5400000" algn="t" rotWithShape="0">
              <a:srgbClr val="000000">
                <a:alpha val="50000"/>
              </a:srgbClr>
            </a:outerShdw>
          </a:effectLst>
        </p:spPr>
        <p:style>
          <a:lnRef idx="3">
            <a:schemeClr val="lt1"/>
          </a:lnRef>
          <a:fillRef idx="1003">
            <a:schemeClr val="l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53" name="PlaceHolder 1"/>
          <p:cNvSpPr>
            <a:spLocks noGrp="1"/>
          </p:cNvSpPr>
          <p:nvPr>
            <p:ph type="title"/>
          </p:nvPr>
        </p:nvSpPr>
        <p:spPr>
          <a:xfrm>
            <a:off x="722160" y="952560"/>
            <a:ext cx="7772040" cy="1361880"/>
          </a:xfrm>
          <a:prstGeom prst="rect">
            <a:avLst/>
          </a:prstGeom>
          <a:noFill/>
          <a:ln w="0">
            <a:noFill/>
          </a:ln>
        </p:spPr>
        <p:txBody>
          <a:bodyPr lIns="90000" tIns="45000" rIns="90000" bIns="91440" anchor="b">
            <a:noAutofit/>
          </a:bodyPr>
          <a:lstStyle/>
          <a:p>
            <a:pPr indent="0">
              <a:lnSpc>
                <a:spcPct val="100000"/>
              </a:lnSpc>
              <a:buNone/>
            </a:pPr>
            <a:r>
              <a:rPr lang="en-US" sz="4000" b="0" strike="noStrike" spc="-1">
                <a:solidFill>
                  <a:srgbClr val="696464"/>
                </a:solidFill>
                <a:latin typeface="Franklin Gothic Book"/>
              </a:rPr>
              <a:t>Click to edit Master title style</a:t>
            </a:r>
            <a:endParaRPr lang="en-US" sz="4000" b="0" strike="noStrike" spc="-1">
              <a:solidFill>
                <a:srgbClr val="000000"/>
              </a:solidFill>
              <a:latin typeface="Perpetua"/>
            </a:endParaRPr>
          </a:p>
        </p:txBody>
      </p:sp>
      <p:sp>
        <p:nvSpPr>
          <p:cNvPr id="54" name="PlaceHolder 2"/>
          <p:cNvSpPr>
            <a:spLocks noGrp="1"/>
          </p:cNvSpPr>
          <p:nvPr>
            <p:ph type="body"/>
          </p:nvPr>
        </p:nvSpPr>
        <p:spPr>
          <a:xfrm>
            <a:off x="722160" y="2548080"/>
            <a:ext cx="7772040" cy="1337760"/>
          </a:xfrm>
          <a:prstGeom prst="rect">
            <a:avLst/>
          </a:prstGeom>
          <a:noFill/>
          <a:ln w="0">
            <a:noFill/>
          </a:ln>
        </p:spPr>
        <p:txBody>
          <a:bodyPr lIns="90000" tIns="45000" rIns="90000" bIns="45000" anchor="t">
            <a:noAutofit/>
          </a:bodyPr>
          <a:lstStyle/>
          <a:p>
            <a:pPr indent="0">
              <a:lnSpc>
                <a:spcPct val="100000"/>
              </a:lnSpc>
              <a:spcBef>
                <a:spcPts val="581"/>
              </a:spcBef>
              <a:buNone/>
              <a:tabLst>
                <a:tab pos="0" algn="l"/>
              </a:tabLst>
            </a:pPr>
            <a:r>
              <a:rPr lang="en-US" sz="2400" b="0" strike="noStrike" spc="-1">
                <a:solidFill>
                  <a:srgbClr val="8B8B8B"/>
                </a:solidFill>
                <a:latin typeface="Perpetua"/>
              </a:rPr>
              <a:t>Click to edit Master text styles</a:t>
            </a:r>
            <a:endParaRPr lang="en-US" sz="2400" b="0" strike="noStrike" spc="-1">
              <a:solidFill>
                <a:srgbClr val="000000"/>
              </a:solidFill>
              <a:latin typeface="Perpetua"/>
            </a:endParaRPr>
          </a:p>
        </p:txBody>
      </p:sp>
      <p:sp>
        <p:nvSpPr>
          <p:cNvPr id="55" name="PlaceHolder 3"/>
          <p:cNvSpPr>
            <a:spLocks noGrp="1"/>
          </p:cNvSpPr>
          <p:nvPr>
            <p:ph type="dt" idx="4"/>
          </p:nvPr>
        </p:nvSpPr>
        <p:spPr>
          <a:xfrm>
            <a:off x="6172200" y="6191280"/>
            <a:ext cx="2476080" cy="475920"/>
          </a:xfrm>
          <a:prstGeom prst="rect">
            <a:avLst/>
          </a:prstGeom>
          <a:noFill/>
          <a:ln w="0">
            <a:noFill/>
          </a:ln>
        </p:spPr>
        <p:txBody>
          <a:bodyPr lIns="90000" tIns="45000" rIns="90000" bIns="45000" anchor="ctr">
            <a:noAutofit/>
          </a:bodyPr>
          <a:lstStyle>
            <a:lvl1pPr indent="0" algn="r">
              <a:lnSpc>
                <a:spcPct val="100000"/>
              </a:lnSpc>
              <a:buNone/>
              <a:defRPr lang="en-US" sz="1400" b="0" strike="noStrike" spc="-1">
                <a:solidFill>
                  <a:srgbClr val="696464"/>
                </a:solidFill>
                <a:latin typeface="Perpetua"/>
              </a:defRPr>
            </a:lvl1pPr>
          </a:lstStyle>
          <a:p>
            <a:pPr indent="0" algn="r">
              <a:lnSpc>
                <a:spcPct val="100000"/>
              </a:lnSpc>
              <a:buNone/>
            </a:pPr>
            <a:r>
              <a:rPr lang="en-US" sz="1400" b="0" strike="noStrike" spc="-1">
                <a:solidFill>
                  <a:srgbClr val="696464"/>
                </a:solidFill>
                <a:latin typeface="Perpetua"/>
              </a:rPr>
              <a:t>&lt;date/time&gt;</a:t>
            </a:r>
            <a:endParaRPr lang="en-US" sz="1400" b="0" strike="noStrike" spc="-1">
              <a:solidFill>
                <a:srgbClr val="000000"/>
              </a:solidFill>
              <a:latin typeface="Times New Roman"/>
            </a:endParaRPr>
          </a:p>
        </p:txBody>
      </p:sp>
      <p:sp>
        <p:nvSpPr>
          <p:cNvPr id="56" name="PlaceHolder 4"/>
          <p:cNvSpPr>
            <a:spLocks noGrp="1"/>
          </p:cNvSpPr>
          <p:nvPr>
            <p:ph type="ftr" idx="5"/>
          </p:nvPr>
        </p:nvSpPr>
        <p:spPr>
          <a:xfrm>
            <a:off x="800280" y="6172200"/>
            <a:ext cx="4000320" cy="456840"/>
          </a:xfrm>
          <a:prstGeom prst="rect">
            <a:avLst/>
          </a:prstGeom>
          <a:noFill/>
          <a:ln w="0">
            <a:noFill/>
          </a:ln>
        </p:spPr>
        <p:txBody>
          <a:bodyPr lIns="90000" tIns="45000" rIns="90000" bIns="45000" anchor="ctr">
            <a:noAutofit/>
          </a:bodyPr>
          <a:lstStyle>
            <a:lvl1pPr indent="0">
              <a:lnSpc>
                <a:spcPct val="100000"/>
              </a:lnSpc>
              <a:buNone/>
              <a:defRPr lang="en-US" sz="1400" b="0" strike="noStrike" spc="-1">
                <a:solidFill>
                  <a:srgbClr val="696464"/>
                </a:solidFill>
                <a:latin typeface="Perpetua"/>
              </a:defRPr>
            </a:lvl1pPr>
          </a:lstStyle>
          <a:p>
            <a:pPr indent="0">
              <a:lnSpc>
                <a:spcPct val="100000"/>
              </a:lnSpc>
              <a:buNone/>
            </a:pPr>
            <a:r>
              <a:rPr lang="en-US" sz="1400" b="0" strike="noStrike" spc="-1">
                <a:solidFill>
                  <a:srgbClr val="696464"/>
                </a:solidFill>
                <a:latin typeface="Perpetua"/>
              </a:rPr>
              <a:t>&lt;footer&gt;</a:t>
            </a:r>
            <a:endParaRPr lang="en-US" sz="1400" b="0" strike="noStrike" spc="-1">
              <a:solidFill>
                <a:srgbClr val="000000"/>
              </a:solidFill>
              <a:latin typeface="Times New Roman"/>
            </a:endParaRPr>
          </a:p>
        </p:txBody>
      </p:sp>
      <p:sp>
        <p:nvSpPr>
          <p:cNvPr id="57" name="Rectangle 6"/>
          <p:cNvSpPr/>
          <p:nvPr/>
        </p:nvSpPr>
        <p:spPr>
          <a:xfrm flipV="1">
            <a:off x="69480" y="2375640"/>
            <a:ext cx="9013320" cy="91080"/>
          </a:xfrm>
          <a:prstGeom prst="rect">
            <a:avLst/>
          </a:prstGeom>
          <a:solidFill>
            <a:schemeClr val="accent1">
              <a:alpha val="100000"/>
            </a:schemeClr>
          </a:solidFill>
          <a:ln w="19050">
            <a:noFill/>
          </a:ln>
          <a:effectLst>
            <a:outerShdw blurRad="38160" dist="25560" dir="5400000" algn="t" rotWithShape="0">
              <a:srgbClr val="000000">
                <a:alpha val="50000"/>
              </a:srgbClr>
            </a:outerShdw>
          </a:effectLst>
        </p:spPr>
        <p:style>
          <a:lnRef idx="3">
            <a:schemeClr val="lt1"/>
          </a:lnRef>
          <a:fillRef idx="1">
            <a:schemeClr val="accen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58" name="Rectangle 7"/>
          <p:cNvSpPr/>
          <p:nvPr/>
        </p:nvSpPr>
        <p:spPr>
          <a:xfrm>
            <a:off x="69120" y="2341440"/>
            <a:ext cx="9013320" cy="45360"/>
          </a:xfrm>
          <a:prstGeom prst="rect">
            <a:avLst/>
          </a:prstGeom>
          <a:solidFill>
            <a:schemeClr val="accent1">
              <a:tint val="60000"/>
            </a:schemeClr>
          </a:solidFill>
          <a:ln w="19050">
            <a:noFill/>
          </a:ln>
          <a:effectLst>
            <a:outerShdw blurRad="38160" dist="25560" dir="5400000" algn="t" rotWithShape="0">
              <a:srgbClr val="000000">
                <a:alpha val="50000"/>
              </a:srgbClr>
            </a:outerShdw>
          </a:effectLst>
        </p:spPr>
        <p:style>
          <a:lnRef idx="3">
            <a:schemeClr val="lt1"/>
          </a:lnRef>
          <a:fillRef idx="1">
            <a:schemeClr val="accent1"/>
          </a:fillRef>
          <a:effectRef idx="1">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Perpetua"/>
            </a:endParaRPr>
          </a:p>
        </p:txBody>
      </p:sp>
      <p:sp>
        <p:nvSpPr>
          <p:cNvPr id="59" name="Rectangle 8"/>
          <p:cNvSpPr/>
          <p:nvPr/>
        </p:nvSpPr>
        <p:spPr>
          <a:xfrm>
            <a:off x="68400" y="2468880"/>
            <a:ext cx="9014400" cy="45360"/>
          </a:xfrm>
          <a:prstGeom prst="rect">
            <a:avLst/>
          </a:prstGeom>
          <a:solidFill>
            <a:schemeClr val="accent5"/>
          </a:solidFill>
          <a:ln w="19050">
            <a:noFill/>
          </a:ln>
          <a:effectLst>
            <a:outerShdw blurRad="38160" dist="25560" dir="5400000" algn="t" rotWithShape="0">
              <a:srgbClr val="000000">
                <a:alpha val="50000"/>
              </a:srgbClr>
            </a:outerShdw>
          </a:effectLst>
        </p:spPr>
        <p:style>
          <a:lnRef idx="3">
            <a:schemeClr val="lt1"/>
          </a:lnRef>
          <a:fillRef idx="1">
            <a:schemeClr val="accent1"/>
          </a:fillRef>
          <a:effectRef idx="1">
            <a:schemeClr val="accent1"/>
          </a:effectRef>
          <a:fontRef idx="minor"/>
        </p:style>
        <p:txBody>
          <a:bodyPr lIns="90000" tIns="720" rIns="90000" bIns="720" anchor="ctr">
            <a:noAutofit/>
          </a:bodyPr>
          <a:lstStyle/>
          <a:p>
            <a:pPr algn="ctr">
              <a:lnSpc>
                <a:spcPct val="100000"/>
              </a:lnSpc>
            </a:pPr>
            <a:endParaRPr lang="en-US" sz="1800" b="0" strike="noStrike" spc="-1">
              <a:solidFill>
                <a:schemeClr val="lt1"/>
              </a:solidFill>
              <a:latin typeface="Perpetua"/>
            </a:endParaRPr>
          </a:p>
        </p:txBody>
      </p:sp>
      <p:sp>
        <p:nvSpPr>
          <p:cNvPr id="60" name="PlaceHolder 5"/>
          <p:cNvSpPr>
            <a:spLocks noGrp="1"/>
          </p:cNvSpPr>
          <p:nvPr>
            <p:ph type="sldNum" idx="6"/>
          </p:nvPr>
        </p:nvSpPr>
        <p:spPr>
          <a:xfrm>
            <a:off x="146160" y="6208920"/>
            <a:ext cx="456840" cy="456840"/>
          </a:xfrm>
          <a:prstGeom prst="rect">
            <a:avLst/>
          </a:prstGeom>
          <a:solidFill>
            <a:schemeClr val="accent1"/>
          </a:solidFill>
          <a:ln w="0">
            <a:noFill/>
          </a:ln>
        </p:spPr>
        <p:txBody>
          <a:bodyPr lIns="0" tIns="0" rIns="0" bIns="0" anchor="ctr">
            <a:noAutofit/>
          </a:bodyPr>
          <a:lstStyle>
            <a:lvl1pPr indent="0" algn="ctr">
              <a:lnSpc>
                <a:spcPct val="100000"/>
              </a:lnSpc>
              <a:buNone/>
              <a:defRPr lang="en-US" sz="1400" b="0" strike="noStrike" spc="-1">
                <a:solidFill>
                  <a:srgbClr val="FFFFFF"/>
                </a:solidFill>
                <a:latin typeface="Franklin Gothic Book"/>
              </a:defRPr>
            </a:lvl1pPr>
          </a:lstStyle>
          <a:p>
            <a:pPr indent="0" algn="ctr">
              <a:lnSpc>
                <a:spcPct val="100000"/>
              </a:lnSpc>
              <a:buNone/>
            </a:pPr>
            <a:fld id="{3DFC417B-A1DF-4CBF-A2BF-A235B92309F2}" type="slidenum">
              <a:rPr lang="en-US" sz="1400" b="0" strike="noStrike" spc="-1">
                <a:solidFill>
                  <a:srgbClr val="FFFFFF"/>
                </a:solidFill>
                <a:latin typeface="Franklin Gothic Book"/>
              </a:rPr>
              <a:t>‹#›</a:t>
            </a:fld>
            <a:endParaRPr lang="en-US" sz="1400" b="0" strike="noStrike" spc="-1">
              <a:solidFill>
                <a:srgbClr val="000000"/>
              </a:solidFill>
              <a:latin typeface="Times New Roman"/>
            </a:endParaRPr>
          </a:p>
        </p:txBody>
      </p:sp>
      <p:pic>
        <p:nvPicPr>
          <p:cNvPr id="61" name="Picture 11" descr="logo.png"/>
          <p:cNvPicPr/>
          <p:nvPr/>
        </p:nvPicPr>
        <p:blipFill>
          <a:blip r:embed="rId15"/>
          <a:stretch/>
        </p:blipFill>
        <p:spPr>
          <a:xfrm>
            <a:off x="3571920" y="214200"/>
            <a:ext cx="1895400" cy="8571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Rectangle 8"/>
          <p:cNvSpPr/>
          <p:nvPr/>
        </p:nvSpPr>
        <p:spPr>
          <a:xfrm>
            <a:off x="0" y="0"/>
            <a:ext cx="914364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useBgFill="1">
        <p:nvSpPr>
          <p:cNvPr id="99" name="Rounded Rectangle 7"/>
          <p:cNvSpPr/>
          <p:nvPr/>
        </p:nvSpPr>
        <p:spPr>
          <a:xfrm>
            <a:off x="64080" y="69840"/>
            <a:ext cx="9012960" cy="6693120"/>
          </a:xfrm>
          <a:prstGeom prst="roundRect">
            <a:avLst>
              <a:gd name="adj" fmla="val 4929"/>
            </a:avLst>
          </a:prstGeom>
          <a:ln w="6350" cap="sq">
            <a:solidFill>
              <a:srgbClr val="000000">
                <a:alpha val="100000"/>
              </a:srgbClr>
            </a:solidFill>
            <a:round/>
          </a:ln>
          <a:effectLst>
            <a:outerShdw blurRad="38160" dist="25560" dir="5400000" algn="t" rotWithShape="0">
              <a:srgbClr val="000000">
                <a:alpha val="50000"/>
              </a:srgbClr>
            </a:outerShdw>
          </a:effectLst>
        </p:spPr>
        <p:style>
          <a:lnRef idx="3">
            <a:schemeClr val="lt1"/>
          </a:lnRef>
          <a:fillRef idx="1001">
            <a:schemeClr val="l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100" name="PlaceHolder 1"/>
          <p:cNvSpPr>
            <a:spLocks noGrp="1"/>
          </p:cNvSpPr>
          <p:nvPr>
            <p:ph type="title"/>
          </p:nvPr>
        </p:nvSpPr>
        <p:spPr>
          <a:xfrm>
            <a:off x="914400" y="274680"/>
            <a:ext cx="7772040" cy="1142640"/>
          </a:xfrm>
          <a:prstGeom prst="rect">
            <a:avLst/>
          </a:prstGeom>
          <a:noFill/>
          <a:ln w="0">
            <a:noFill/>
          </a:ln>
        </p:spPr>
        <p:txBody>
          <a:bodyPr lIns="90000" tIns="45000" rIns="90000" bIns="91440" anchor="b">
            <a:noAutofit/>
          </a:bodyPr>
          <a:lstStyle/>
          <a:p>
            <a:pPr indent="0">
              <a:lnSpc>
                <a:spcPct val="100000"/>
              </a:lnSpc>
              <a:buNone/>
            </a:pPr>
            <a:r>
              <a:rPr lang="en-US" sz="4000" b="0" strike="noStrike" spc="-1">
                <a:solidFill>
                  <a:srgbClr val="696464"/>
                </a:solidFill>
                <a:latin typeface="Franklin Gothic Book"/>
              </a:rPr>
              <a:t>Click to edit Master title style</a:t>
            </a:r>
            <a:endParaRPr lang="en-US" sz="4000" b="0" strike="noStrike" spc="-1">
              <a:solidFill>
                <a:srgbClr val="000000"/>
              </a:solidFill>
              <a:latin typeface="Perpetua"/>
            </a:endParaRPr>
          </a:p>
        </p:txBody>
      </p:sp>
      <p:sp>
        <p:nvSpPr>
          <p:cNvPr id="101" name="PlaceHolder 2"/>
          <p:cNvSpPr>
            <a:spLocks noGrp="1"/>
          </p:cNvSpPr>
          <p:nvPr>
            <p:ph type="dt" idx="7"/>
          </p:nvPr>
        </p:nvSpPr>
        <p:spPr>
          <a:xfrm>
            <a:off x="6172200" y="6191280"/>
            <a:ext cx="2476080" cy="475920"/>
          </a:xfrm>
          <a:prstGeom prst="rect">
            <a:avLst/>
          </a:prstGeom>
          <a:noFill/>
          <a:ln w="0">
            <a:noFill/>
          </a:ln>
        </p:spPr>
        <p:txBody>
          <a:bodyPr lIns="90000" tIns="45000" rIns="90000" bIns="45000" anchor="ctr">
            <a:noAutofit/>
          </a:bodyPr>
          <a:lstStyle>
            <a:lvl1pPr indent="0" algn="r">
              <a:lnSpc>
                <a:spcPct val="100000"/>
              </a:lnSpc>
              <a:buNone/>
              <a:defRPr lang="en-US" sz="1400" b="0" strike="noStrike" spc="-1">
                <a:solidFill>
                  <a:srgbClr val="696464"/>
                </a:solidFill>
                <a:latin typeface="Perpetua"/>
              </a:defRPr>
            </a:lvl1pPr>
          </a:lstStyle>
          <a:p>
            <a:pPr indent="0" algn="r">
              <a:lnSpc>
                <a:spcPct val="100000"/>
              </a:lnSpc>
              <a:buNone/>
            </a:pPr>
            <a:r>
              <a:rPr lang="en-US" sz="1400" b="0" strike="noStrike" spc="-1">
                <a:solidFill>
                  <a:srgbClr val="696464"/>
                </a:solidFill>
                <a:latin typeface="Perpetua"/>
              </a:rPr>
              <a:t>&lt;date/time&gt;</a:t>
            </a:r>
            <a:endParaRPr lang="en-US" sz="1400" b="0" strike="noStrike" spc="-1">
              <a:solidFill>
                <a:srgbClr val="000000"/>
              </a:solidFill>
              <a:latin typeface="Times New Roman"/>
            </a:endParaRPr>
          </a:p>
        </p:txBody>
      </p:sp>
      <p:sp>
        <p:nvSpPr>
          <p:cNvPr id="102" name="PlaceHolder 3"/>
          <p:cNvSpPr>
            <a:spLocks noGrp="1"/>
          </p:cNvSpPr>
          <p:nvPr>
            <p:ph type="ftr" idx="8"/>
          </p:nvPr>
        </p:nvSpPr>
        <p:spPr>
          <a:xfrm>
            <a:off x="914400" y="6172200"/>
            <a:ext cx="3962160" cy="456840"/>
          </a:xfrm>
          <a:prstGeom prst="rect">
            <a:avLst/>
          </a:prstGeom>
          <a:noFill/>
          <a:ln w="0">
            <a:noFill/>
          </a:ln>
        </p:spPr>
        <p:txBody>
          <a:bodyPr lIns="90000" tIns="45000" rIns="90000" bIns="45000" anchor="ctr">
            <a:noAutofit/>
          </a:bodyPr>
          <a:lstStyle>
            <a:lvl1pPr indent="0">
              <a:lnSpc>
                <a:spcPct val="100000"/>
              </a:lnSpc>
              <a:buNone/>
              <a:defRPr lang="en-US" sz="1400" b="0" strike="noStrike" spc="-1">
                <a:solidFill>
                  <a:srgbClr val="696464"/>
                </a:solidFill>
                <a:latin typeface="Perpetua"/>
              </a:defRPr>
            </a:lvl1pPr>
          </a:lstStyle>
          <a:p>
            <a:pPr indent="0">
              <a:lnSpc>
                <a:spcPct val="100000"/>
              </a:lnSpc>
              <a:buNone/>
            </a:pPr>
            <a:r>
              <a:rPr lang="en-US" sz="1400" b="0" strike="noStrike" spc="-1">
                <a:solidFill>
                  <a:srgbClr val="696464"/>
                </a:solidFill>
                <a:latin typeface="Perpetua"/>
              </a:rPr>
              <a:t>&lt;footer&gt;</a:t>
            </a:r>
            <a:endParaRPr lang="en-US" sz="1400" b="0" strike="noStrike" spc="-1">
              <a:solidFill>
                <a:srgbClr val="000000"/>
              </a:solidFill>
              <a:latin typeface="Times New Roman"/>
            </a:endParaRPr>
          </a:p>
        </p:txBody>
      </p:sp>
      <p:sp>
        <p:nvSpPr>
          <p:cNvPr id="103" name="PlaceHolder 4"/>
          <p:cNvSpPr>
            <a:spLocks noGrp="1"/>
          </p:cNvSpPr>
          <p:nvPr>
            <p:ph type="sldNum" idx="9"/>
          </p:nvPr>
        </p:nvSpPr>
        <p:spPr>
          <a:xfrm>
            <a:off x="146160" y="6210360"/>
            <a:ext cx="456840" cy="456840"/>
          </a:xfrm>
          <a:prstGeom prst="rect">
            <a:avLst/>
          </a:prstGeom>
          <a:solidFill>
            <a:schemeClr val="accent1"/>
          </a:solidFill>
          <a:ln w="0">
            <a:noFill/>
          </a:ln>
        </p:spPr>
        <p:txBody>
          <a:bodyPr lIns="0" tIns="0" rIns="0" bIns="0" anchor="ctr">
            <a:noAutofit/>
          </a:bodyPr>
          <a:lstStyle>
            <a:lvl1pPr indent="0" algn="ctr">
              <a:lnSpc>
                <a:spcPct val="100000"/>
              </a:lnSpc>
              <a:buNone/>
              <a:defRPr lang="en-US" sz="1400" b="0" strike="noStrike" spc="-1">
                <a:solidFill>
                  <a:srgbClr val="FFFFFF"/>
                </a:solidFill>
                <a:latin typeface="Franklin Gothic Book"/>
              </a:defRPr>
            </a:lvl1pPr>
          </a:lstStyle>
          <a:p>
            <a:pPr indent="0" algn="ctr">
              <a:lnSpc>
                <a:spcPct val="100000"/>
              </a:lnSpc>
              <a:buNone/>
            </a:pPr>
            <a:fld id="{5EB99FBD-7C6B-4BDD-BE88-4BEEB27AB6B4}" type="slidenum">
              <a:rPr lang="en-US" sz="1400" b="0" strike="noStrike" spc="-1">
                <a:solidFill>
                  <a:srgbClr val="FFFFFF"/>
                </a:solidFill>
                <a:latin typeface="Franklin Gothic Book"/>
              </a:rPr>
              <a:t>‹#›</a:t>
            </a:fld>
            <a:endParaRPr lang="en-US" sz="1400" b="0" strike="noStrike" spc="-1">
              <a:solidFill>
                <a:srgbClr val="000000"/>
              </a:solidFill>
              <a:latin typeface="Times New Roman"/>
            </a:endParaRPr>
          </a:p>
        </p:txBody>
      </p:sp>
      <p:sp>
        <p:nvSpPr>
          <p:cNvPr id="104" name="PlaceHolder 5"/>
          <p:cNvSpPr>
            <a:spLocks noGrp="1"/>
          </p:cNvSpPr>
          <p:nvPr>
            <p:ph type="body"/>
          </p:nvPr>
        </p:nvSpPr>
        <p:spPr>
          <a:xfrm>
            <a:off x="914400" y="1447920"/>
            <a:ext cx="7772040" cy="4571640"/>
          </a:xfrm>
          <a:prstGeom prst="rect">
            <a:avLst/>
          </a:prstGeom>
          <a:noFill/>
          <a:ln w="0">
            <a:noFill/>
          </a:ln>
        </p:spPr>
        <p:txBody>
          <a:bodyPr lIns="90000" tIns="45000" rIns="90000" bIns="45000" anchor="t">
            <a:noAutofit/>
          </a:bodyPr>
          <a:lstStyle/>
          <a:p>
            <a:pPr marL="274320" indent="-274320">
              <a:lnSpc>
                <a:spcPct val="100000"/>
              </a:lnSpc>
              <a:spcBef>
                <a:spcPts val="581"/>
              </a:spcBef>
              <a:buClr>
                <a:srgbClr val="D34817"/>
              </a:buClr>
              <a:buSzPct val="85000"/>
              <a:buFont typeface="Wingdings 2" charset="2"/>
              <a:buChar char=""/>
            </a:pPr>
            <a:r>
              <a:rPr lang="en-US" sz="2600" b="0" strike="noStrike" spc="-1">
                <a:solidFill>
                  <a:srgbClr val="000000"/>
                </a:solidFill>
                <a:latin typeface="Perpetua"/>
              </a:rPr>
              <a:t>Click to edit Master text styles</a:t>
            </a:r>
          </a:p>
          <a:p>
            <a:pPr marL="548640" lvl="1" indent="-228600">
              <a:lnSpc>
                <a:spcPct val="100000"/>
              </a:lnSpc>
              <a:spcBef>
                <a:spcPts val="371"/>
              </a:spcBef>
              <a:buClr>
                <a:srgbClr val="9B2D1F"/>
              </a:buClr>
              <a:buSzPct val="85000"/>
              <a:buFont typeface="Wingdings 2" charset="2"/>
              <a:buChar char=""/>
            </a:pPr>
            <a:r>
              <a:rPr lang="en-US" sz="2400" b="0" strike="noStrike" spc="-1">
                <a:solidFill>
                  <a:srgbClr val="000000"/>
                </a:solidFill>
                <a:latin typeface="Perpetua"/>
              </a:rPr>
              <a:t>Second level</a:t>
            </a:r>
          </a:p>
          <a:p>
            <a:pPr marL="822960" lvl="2" indent="-228600">
              <a:lnSpc>
                <a:spcPct val="100000"/>
              </a:lnSpc>
              <a:spcBef>
                <a:spcPts val="371"/>
              </a:spcBef>
              <a:buClr>
                <a:srgbClr val="E5B1AB"/>
              </a:buClr>
              <a:buSzPct val="85000"/>
              <a:buFont typeface="Wingdings 2" charset="2"/>
              <a:buChar char=""/>
            </a:pPr>
            <a:r>
              <a:rPr lang="en-US" sz="2000" b="0" strike="noStrike" spc="-1">
                <a:solidFill>
                  <a:srgbClr val="000000"/>
                </a:solidFill>
                <a:latin typeface="Perpetua"/>
              </a:rPr>
              <a:t>Third level</a:t>
            </a:r>
          </a:p>
          <a:p>
            <a:pPr marL="1097280" lvl="3" indent="-228600">
              <a:lnSpc>
                <a:spcPct val="100000"/>
              </a:lnSpc>
              <a:spcBef>
                <a:spcPts val="371"/>
              </a:spcBef>
              <a:buClr>
                <a:srgbClr val="A28E6A"/>
              </a:buClr>
              <a:buSzPct val="80000"/>
              <a:buFont typeface="Wingdings 2" charset="2"/>
              <a:buChar char=""/>
            </a:pPr>
            <a:r>
              <a:rPr lang="en-US" sz="2000" b="0" strike="noStrike" spc="-1">
                <a:solidFill>
                  <a:srgbClr val="000000"/>
                </a:solidFill>
                <a:latin typeface="Perpetua"/>
              </a:rPr>
              <a:t>Fourth level</a:t>
            </a:r>
          </a:p>
          <a:p>
            <a:pPr marL="1371600" lvl="4" indent="-228600">
              <a:lnSpc>
                <a:spcPct val="100000"/>
              </a:lnSpc>
              <a:spcBef>
                <a:spcPts val="371"/>
              </a:spcBef>
              <a:buClr>
                <a:srgbClr val="A28E6A"/>
              </a:buClr>
              <a:buFont typeface="OpenSymbol"/>
              <a:buChar char="o"/>
            </a:pPr>
            <a:r>
              <a:rPr lang="en-US" sz="2000" b="0" strike="noStrike" spc="-1">
                <a:solidFill>
                  <a:srgbClr val="000000"/>
                </a:solidFill>
                <a:latin typeface="Perpetua"/>
              </a:rPr>
              <a:t>Fifth level</a:t>
            </a:r>
          </a:p>
        </p:txBody>
      </p:sp>
      <p:pic>
        <p:nvPicPr>
          <p:cNvPr id="105" name="Picture 6" descr="logo.png"/>
          <p:cNvPicPr/>
          <p:nvPr/>
        </p:nvPicPr>
        <p:blipFill>
          <a:blip r:embed="rId14"/>
          <a:stretch/>
        </p:blipFill>
        <p:spPr>
          <a:xfrm>
            <a:off x="104400" y="214200"/>
            <a:ext cx="1895400" cy="8571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 name="Rectangle 8"/>
          <p:cNvSpPr/>
          <p:nvPr/>
        </p:nvSpPr>
        <p:spPr>
          <a:xfrm>
            <a:off x="0" y="0"/>
            <a:ext cx="914364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useBgFill="1">
        <p:nvSpPr>
          <p:cNvPr id="143" name="Rounded Rectangle 7"/>
          <p:cNvSpPr/>
          <p:nvPr/>
        </p:nvSpPr>
        <p:spPr>
          <a:xfrm>
            <a:off x="64080" y="69840"/>
            <a:ext cx="9012960" cy="6693120"/>
          </a:xfrm>
          <a:prstGeom prst="roundRect">
            <a:avLst>
              <a:gd name="adj" fmla="val 4929"/>
            </a:avLst>
          </a:prstGeom>
          <a:ln w="6350" cap="sq">
            <a:solidFill>
              <a:srgbClr val="000000">
                <a:alpha val="100000"/>
              </a:srgbClr>
            </a:solidFill>
            <a:round/>
          </a:ln>
          <a:effectLst>
            <a:outerShdw blurRad="38160" dist="25560" dir="5400000" algn="t" rotWithShape="0">
              <a:srgbClr val="000000">
                <a:alpha val="50000"/>
              </a:srgbClr>
            </a:outerShdw>
          </a:effectLst>
        </p:spPr>
        <p:style>
          <a:lnRef idx="3">
            <a:schemeClr val="lt1"/>
          </a:lnRef>
          <a:fillRef idx="1001">
            <a:schemeClr val="lt1"/>
          </a:fillRef>
          <a:effectRef idx="1">
            <a:schemeClr val="accent1"/>
          </a:effectRef>
          <a:fontRef idx="minor"/>
        </p:style>
        <p:txBody>
          <a:bodyPr lIns="90000" tIns="45000" rIns="90000" bIns="45000" anchor="ctr">
            <a:noAutofit/>
          </a:bodyPr>
          <a:lstStyle/>
          <a:p>
            <a:pPr algn="ctr">
              <a:lnSpc>
                <a:spcPct val="100000"/>
              </a:lnSpc>
            </a:pPr>
            <a:endParaRPr lang="en-US" sz="1800" b="0" strike="noStrike" spc="-1">
              <a:solidFill>
                <a:schemeClr val="lt1"/>
              </a:solidFill>
              <a:latin typeface="Perpetua"/>
            </a:endParaRPr>
          </a:p>
        </p:txBody>
      </p:sp>
      <p:sp>
        <p:nvSpPr>
          <p:cNvPr id="144" name="PlaceHolder 1"/>
          <p:cNvSpPr>
            <a:spLocks noGrp="1"/>
          </p:cNvSpPr>
          <p:nvPr>
            <p:ph type="title"/>
          </p:nvPr>
        </p:nvSpPr>
        <p:spPr>
          <a:xfrm>
            <a:off x="914400" y="274680"/>
            <a:ext cx="7772040" cy="1142640"/>
          </a:xfrm>
          <a:prstGeom prst="rect">
            <a:avLst/>
          </a:prstGeom>
          <a:noFill/>
          <a:ln w="0">
            <a:noFill/>
          </a:ln>
        </p:spPr>
        <p:txBody>
          <a:bodyPr lIns="90000" tIns="45000" rIns="90000" bIns="91440" anchor="b">
            <a:noAutofit/>
          </a:bodyPr>
          <a:lstStyle/>
          <a:p>
            <a:pPr indent="0">
              <a:lnSpc>
                <a:spcPct val="100000"/>
              </a:lnSpc>
              <a:buNone/>
            </a:pPr>
            <a:r>
              <a:rPr lang="en-US" sz="4000" b="0" strike="noStrike" spc="-1">
                <a:solidFill>
                  <a:srgbClr val="696464"/>
                </a:solidFill>
                <a:latin typeface="Franklin Gothic Book"/>
              </a:rPr>
              <a:t>Click to edit Master title style</a:t>
            </a:r>
            <a:endParaRPr lang="en-US" sz="4000" b="0" strike="noStrike" spc="-1">
              <a:solidFill>
                <a:srgbClr val="000000"/>
              </a:solidFill>
              <a:latin typeface="Perpetua"/>
            </a:endParaRPr>
          </a:p>
        </p:txBody>
      </p:sp>
      <p:sp>
        <p:nvSpPr>
          <p:cNvPr id="145" name="PlaceHolder 2"/>
          <p:cNvSpPr>
            <a:spLocks noGrp="1"/>
          </p:cNvSpPr>
          <p:nvPr>
            <p:ph type="dt" idx="10"/>
          </p:nvPr>
        </p:nvSpPr>
        <p:spPr>
          <a:xfrm>
            <a:off x="6172200" y="6191280"/>
            <a:ext cx="2476080" cy="475920"/>
          </a:xfrm>
          <a:prstGeom prst="rect">
            <a:avLst/>
          </a:prstGeom>
          <a:noFill/>
          <a:ln w="0">
            <a:noFill/>
          </a:ln>
        </p:spPr>
        <p:txBody>
          <a:bodyPr lIns="90000" tIns="45000" rIns="90000" bIns="45000" anchor="ctr">
            <a:noAutofit/>
          </a:bodyPr>
          <a:lstStyle>
            <a:lvl1pPr indent="0" algn="r">
              <a:lnSpc>
                <a:spcPct val="100000"/>
              </a:lnSpc>
              <a:buNone/>
              <a:defRPr lang="en-US" sz="1400" b="0" strike="noStrike" spc="-1">
                <a:solidFill>
                  <a:srgbClr val="696464"/>
                </a:solidFill>
                <a:latin typeface="Perpetua"/>
              </a:defRPr>
            </a:lvl1pPr>
          </a:lstStyle>
          <a:p>
            <a:pPr indent="0" algn="r">
              <a:lnSpc>
                <a:spcPct val="100000"/>
              </a:lnSpc>
              <a:buNone/>
            </a:pPr>
            <a:r>
              <a:rPr lang="en-US" sz="1400" b="0" strike="noStrike" spc="-1">
                <a:solidFill>
                  <a:srgbClr val="696464"/>
                </a:solidFill>
                <a:latin typeface="Perpetua"/>
              </a:rPr>
              <a:t>&lt;date/time&gt;</a:t>
            </a:r>
            <a:endParaRPr lang="en-US" sz="1400" b="0" strike="noStrike" spc="-1">
              <a:solidFill>
                <a:srgbClr val="000000"/>
              </a:solidFill>
              <a:latin typeface="Times New Roman"/>
            </a:endParaRPr>
          </a:p>
        </p:txBody>
      </p:sp>
      <p:sp>
        <p:nvSpPr>
          <p:cNvPr id="146" name="PlaceHolder 3"/>
          <p:cNvSpPr>
            <a:spLocks noGrp="1"/>
          </p:cNvSpPr>
          <p:nvPr>
            <p:ph type="ftr" idx="11"/>
          </p:nvPr>
        </p:nvSpPr>
        <p:spPr>
          <a:xfrm>
            <a:off x="914400" y="6172200"/>
            <a:ext cx="3962160" cy="456840"/>
          </a:xfrm>
          <a:prstGeom prst="rect">
            <a:avLst/>
          </a:prstGeom>
          <a:noFill/>
          <a:ln w="0">
            <a:noFill/>
          </a:ln>
        </p:spPr>
        <p:txBody>
          <a:bodyPr lIns="90000" tIns="45000" rIns="90000" bIns="45000" anchor="ctr">
            <a:noAutofit/>
          </a:bodyPr>
          <a:lstStyle>
            <a:lvl1pPr indent="0">
              <a:lnSpc>
                <a:spcPct val="100000"/>
              </a:lnSpc>
              <a:buNone/>
              <a:defRPr lang="en-US" sz="1400" b="0" strike="noStrike" spc="-1">
                <a:solidFill>
                  <a:srgbClr val="696464"/>
                </a:solidFill>
                <a:latin typeface="Perpetua"/>
              </a:defRPr>
            </a:lvl1pPr>
          </a:lstStyle>
          <a:p>
            <a:pPr indent="0">
              <a:lnSpc>
                <a:spcPct val="100000"/>
              </a:lnSpc>
              <a:buNone/>
            </a:pPr>
            <a:r>
              <a:rPr lang="en-US" sz="1400" b="0" strike="noStrike" spc="-1">
                <a:solidFill>
                  <a:srgbClr val="696464"/>
                </a:solidFill>
                <a:latin typeface="Perpetua"/>
              </a:rPr>
              <a:t>&lt;footer&gt;</a:t>
            </a:r>
            <a:endParaRPr lang="en-US" sz="1400" b="0" strike="noStrike" spc="-1">
              <a:solidFill>
                <a:srgbClr val="000000"/>
              </a:solidFill>
              <a:latin typeface="Times New Roman"/>
            </a:endParaRPr>
          </a:p>
        </p:txBody>
      </p:sp>
      <p:sp>
        <p:nvSpPr>
          <p:cNvPr id="147" name="PlaceHolder 4"/>
          <p:cNvSpPr>
            <a:spLocks noGrp="1"/>
          </p:cNvSpPr>
          <p:nvPr>
            <p:ph type="sldNum" idx="12"/>
          </p:nvPr>
        </p:nvSpPr>
        <p:spPr>
          <a:xfrm>
            <a:off x="146160" y="6210360"/>
            <a:ext cx="456840" cy="456840"/>
          </a:xfrm>
          <a:prstGeom prst="rect">
            <a:avLst/>
          </a:prstGeom>
          <a:solidFill>
            <a:schemeClr val="accent1"/>
          </a:solidFill>
          <a:ln w="0">
            <a:noFill/>
          </a:ln>
        </p:spPr>
        <p:txBody>
          <a:bodyPr lIns="0" tIns="0" rIns="0" bIns="0" anchor="ctr">
            <a:noAutofit/>
          </a:bodyPr>
          <a:lstStyle>
            <a:lvl1pPr indent="0" algn="ctr">
              <a:lnSpc>
                <a:spcPct val="100000"/>
              </a:lnSpc>
              <a:buNone/>
              <a:defRPr lang="en-US" sz="1400" b="0" strike="noStrike" spc="-1">
                <a:solidFill>
                  <a:srgbClr val="FFFFFF"/>
                </a:solidFill>
                <a:latin typeface="Franklin Gothic Book"/>
              </a:defRPr>
            </a:lvl1pPr>
          </a:lstStyle>
          <a:p>
            <a:pPr indent="0" algn="ctr">
              <a:lnSpc>
                <a:spcPct val="100000"/>
              </a:lnSpc>
              <a:buNone/>
            </a:pPr>
            <a:fld id="{60CEA34E-02DE-4726-82F6-C3D0929EF6CA}" type="slidenum">
              <a:rPr lang="en-US" sz="1400" b="0" strike="noStrike" spc="-1">
                <a:solidFill>
                  <a:srgbClr val="FFFFFF"/>
                </a:solidFill>
                <a:latin typeface="Franklin Gothic Book"/>
              </a:rPr>
              <a:t>‹#›</a:t>
            </a:fld>
            <a:endParaRPr lang="en-US" sz="1400" b="0" strike="noStrike" spc="-1">
              <a:solidFill>
                <a:srgbClr val="000000"/>
              </a:solidFill>
              <a:latin typeface="Times New Roman"/>
            </a:endParaRPr>
          </a:p>
        </p:txBody>
      </p:sp>
      <p:sp>
        <p:nvSpPr>
          <p:cNvPr id="148" name="PlaceHolder 5"/>
          <p:cNvSpPr>
            <a:spLocks noGrp="1"/>
          </p:cNvSpPr>
          <p:nvPr>
            <p:ph type="body"/>
          </p:nvPr>
        </p:nvSpPr>
        <p:spPr>
          <a:xfrm>
            <a:off x="914400" y="1447920"/>
            <a:ext cx="3748680" cy="4571640"/>
          </a:xfrm>
          <a:prstGeom prst="rect">
            <a:avLst/>
          </a:prstGeom>
          <a:noFill/>
          <a:ln w="0">
            <a:noFill/>
          </a:ln>
        </p:spPr>
        <p:txBody>
          <a:bodyPr lIns="90000" tIns="45000" rIns="90000" bIns="45000" anchor="t">
            <a:noAutofit/>
          </a:bodyPr>
          <a:lstStyle/>
          <a:p>
            <a:pPr marL="274320" indent="-274320">
              <a:lnSpc>
                <a:spcPct val="100000"/>
              </a:lnSpc>
              <a:spcBef>
                <a:spcPts val="581"/>
              </a:spcBef>
              <a:buClr>
                <a:srgbClr val="D34817"/>
              </a:buClr>
              <a:buSzPct val="85000"/>
              <a:buFont typeface="Wingdings 2" charset="2"/>
              <a:buChar char=""/>
            </a:pPr>
            <a:r>
              <a:rPr lang="en-US" sz="2600" b="0" strike="noStrike" spc="-1">
                <a:solidFill>
                  <a:srgbClr val="000000"/>
                </a:solidFill>
                <a:latin typeface="Perpetua"/>
              </a:rPr>
              <a:t>Click to edit Master text styles</a:t>
            </a:r>
          </a:p>
          <a:p>
            <a:pPr marL="548640" lvl="1" indent="-228600">
              <a:lnSpc>
                <a:spcPct val="100000"/>
              </a:lnSpc>
              <a:spcBef>
                <a:spcPts val="371"/>
              </a:spcBef>
              <a:buClr>
                <a:srgbClr val="9B2D1F"/>
              </a:buClr>
              <a:buSzPct val="85000"/>
              <a:buFont typeface="Wingdings 2" charset="2"/>
              <a:buChar char=""/>
            </a:pPr>
            <a:r>
              <a:rPr lang="en-US" sz="2400" b="0" strike="noStrike" spc="-1">
                <a:solidFill>
                  <a:srgbClr val="000000"/>
                </a:solidFill>
                <a:latin typeface="Perpetua"/>
              </a:rPr>
              <a:t>Second level</a:t>
            </a:r>
          </a:p>
          <a:p>
            <a:pPr marL="822960" lvl="2" indent="-228600">
              <a:lnSpc>
                <a:spcPct val="100000"/>
              </a:lnSpc>
              <a:spcBef>
                <a:spcPts val="371"/>
              </a:spcBef>
              <a:buClr>
                <a:srgbClr val="E5B1AB"/>
              </a:buClr>
              <a:buSzPct val="85000"/>
              <a:buFont typeface="Wingdings 2" charset="2"/>
              <a:buChar char=""/>
            </a:pPr>
            <a:r>
              <a:rPr lang="en-US" sz="2000" b="0" strike="noStrike" spc="-1">
                <a:solidFill>
                  <a:srgbClr val="000000"/>
                </a:solidFill>
                <a:latin typeface="Perpetua"/>
              </a:rPr>
              <a:t>Third level</a:t>
            </a:r>
          </a:p>
          <a:p>
            <a:pPr marL="1097280" lvl="3" indent="-228600">
              <a:lnSpc>
                <a:spcPct val="100000"/>
              </a:lnSpc>
              <a:spcBef>
                <a:spcPts val="371"/>
              </a:spcBef>
              <a:buClr>
                <a:srgbClr val="A28E6A"/>
              </a:buClr>
              <a:buSzPct val="80000"/>
              <a:buFont typeface="Wingdings 2" charset="2"/>
              <a:buChar char=""/>
            </a:pPr>
            <a:r>
              <a:rPr lang="en-US" sz="2000" b="0" strike="noStrike" spc="-1">
                <a:solidFill>
                  <a:srgbClr val="000000"/>
                </a:solidFill>
                <a:latin typeface="Perpetua"/>
              </a:rPr>
              <a:t>Fourth level</a:t>
            </a:r>
          </a:p>
          <a:p>
            <a:pPr marL="1371600" lvl="4" indent="-228600">
              <a:lnSpc>
                <a:spcPct val="100000"/>
              </a:lnSpc>
              <a:spcBef>
                <a:spcPts val="371"/>
              </a:spcBef>
              <a:buClr>
                <a:srgbClr val="A28E6A"/>
              </a:buClr>
              <a:buFont typeface="OpenSymbol"/>
              <a:buChar char="o"/>
            </a:pPr>
            <a:r>
              <a:rPr lang="en-US" sz="2000" b="0" strike="noStrike" spc="-1">
                <a:solidFill>
                  <a:srgbClr val="000000"/>
                </a:solidFill>
                <a:latin typeface="Perpetua"/>
              </a:rPr>
              <a:t>Fifth level</a:t>
            </a:r>
          </a:p>
        </p:txBody>
      </p:sp>
      <p:sp>
        <p:nvSpPr>
          <p:cNvPr id="149" name="PlaceHolder 6"/>
          <p:cNvSpPr>
            <a:spLocks noGrp="1"/>
          </p:cNvSpPr>
          <p:nvPr>
            <p:ph type="body"/>
          </p:nvPr>
        </p:nvSpPr>
        <p:spPr>
          <a:xfrm>
            <a:off x="4933800" y="1447920"/>
            <a:ext cx="3748680" cy="4571640"/>
          </a:xfrm>
          <a:prstGeom prst="rect">
            <a:avLst/>
          </a:prstGeom>
          <a:noFill/>
          <a:ln w="0">
            <a:noFill/>
          </a:ln>
        </p:spPr>
        <p:txBody>
          <a:bodyPr lIns="90000" tIns="45000" rIns="90000" bIns="45000" anchor="t">
            <a:noAutofit/>
          </a:bodyPr>
          <a:lstStyle/>
          <a:p>
            <a:pPr marL="274320" indent="-274320">
              <a:lnSpc>
                <a:spcPct val="100000"/>
              </a:lnSpc>
              <a:spcBef>
                <a:spcPts val="581"/>
              </a:spcBef>
              <a:buClr>
                <a:srgbClr val="D34817"/>
              </a:buClr>
              <a:buSzPct val="85000"/>
              <a:buFont typeface="Wingdings 2" charset="2"/>
              <a:buChar char=""/>
            </a:pPr>
            <a:r>
              <a:rPr lang="en-US" sz="2600" b="0" strike="noStrike" spc="-1">
                <a:solidFill>
                  <a:srgbClr val="000000"/>
                </a:solidFill>
                <a:latin typeface="Perpetua"/>
              </a:rPr>
              <a:t>Click to edit Master text styles</a:t>
            </a:r>
          </a:p>
          <a:p>
            <a:pPr marL="548640" lvl="1" indent="-228600">
              <a:lnSpc>
                <a:spcPct val="100000"/>
              </a:lnSpc>
              <a:spcBef>
                <a:spcPts val="371"/>
              </a:spcBef>
              <a:buClr>
                <a:srgbClr val="9B2D1F"/>
              </a:buClr>
              <a:buSzPct val="85000"/>
              <a:buFont typeface="Wingdings 2" charset="2"/>
              <a:buChar char=""/>
            </a:pPr>
            <a:r>
              <a:rPr lang="en-US" sz="2400" b="0" strike="noStrike" spc="-1">
                <a:solidFill>
                  <a:srgbClr val="000000"/>
                </a:solidFill>
                <a:latin typeface="Perpetua"/>
              </a:rPr>
              <a:t>Second level</a:t>
            </a:r>
          </a:p>
          <a:p>
            <a:pPr marL="822960" lvl="2" indent="-228600">
              <a:lnSpc>
                <a:spcPct val="100000"/>
              </a:lnSpc>
              <a:spcBef>
                <a:spcPts val="371"/>
              </a:spcBef>
              <a:buClr>
                <a:srgbClr val="E5B1AB"/>
              </a:buClr>
              <a:buSzPct val="85000"/>
              <a:buFont typeface="Wingdings 2" charset="2"/>
              <a:buChar char=""/>
            </a:pPr>
            <a:r>
              <a:rPr lang="en-US" sz="2000" b="0" strike="noStrike" spc="-1">
                <a:solidFill>
                  <a:srgbClr val="000000"/>
                </a:solidFill>
                <a:latin typeface="Perpetua"/>
              </a:rPr>
              <a:t>Third level</a:t>
            </a:r>
          </a:p>
          <a:p>
            <a:pPr marL="1097280" lvl="3" indent="-228600">
              <a:lnSpc>
                <a:spcPct val="100000"/>
              </a:lnSpc>
              <a:spcBef>
                <a:spcPts val="371"/>
              </a:spcBef>
              <a:buClr>
                <a:srgbClr val="A28E6A"/>
              </a:buClr>
              <a:buSzPct val="80000"/>
              <a:buFont typeface="Wingdings 2" charset="2"/>
              <a:buChar char=""/>
            </a:pPr>
            <a:r>
              <a:rPr lang="en-US" sz="2000" b="0" strike="noStrike" spc="-1">
                <a:solidFill>
                  <a:srgbClr val="000000"/>
                </a:solidFill>
                <a:latin typeface="Perpetua"/>
              </a:rPr>
              <a:t>Fourth level</a:t>
            </a:r>
          </a:p>
          <a:p>
            <a:pPr marL="1371600" lvl="4" indent="-228600">
              <a:lnSpc>
                <a:spcPct val="100000"/>
              </a:lnSpc>
              <a:spcBef>
                <a:spcPts val="371"/>
              </a:spcBef>
              <a:buClr>
                <a:srgbClr val="A28E6A"/>
              </a:buClr>
              <a:buFont typeface="OpenSymbol"/>
              <a:buChar char="o"/>
            </a:pPr>
            <a:r>
              <a:rPr lang="en-US" sz="2000" b="0" strike="noStrike" spc="-1">
                <a:solidFill>
                  <a:srgbClr val="000000"/>
                </a:solidFill>
                <a:latin typeface="Perpetua"/>
              </a:rPr>
              <a:t>Fifth level</a:t>
            </a:r>
          </a:p>
        </p:txBody>
      </p:sp>
      <p:pic>
        <p:nvPicPr>
          <p:cNvPr id="150" name="Picture 7" descr="logo.png"/>
          <p:cNvPicPr/>
          <p:nvPr/>
        </p:nvPicPr>
        <p:blipFill>
          <a:blip r:embed="rId14"/>
          <a:stretch/>
        </p:blipFill>
        <p:spPr>
          <a:xfrm>
            <a:off x="142920" y="285840"/>
            <a:ext cx="1895400" cy="8571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hyperlink" Target="https://www.researchgate.net/publication/365349176_RANSOMWARE_RANSOMWARE_AS_A_SERVICE_RaaS_METHODS_TO_DETECTS_PREVENT_MITIGATE_AND_FUTURE_DIRECTION?_sg=jecsvUoK4WmEtp1PExG3XpRFYqEMctmMJiImcdfpSNKyIfyQIJE4ejJEM4I2z43ytQzTvczNcKTipiFQSa90AcuE-Ko&amp;_tp=eyJjb250ZXh0Ijp7ImZpcnN0UGFnZSI6InB1YmxpY2F0aW9uIiwicGFnZSI6InB1YmxpY2F0aW9uIn19" TargetMode="Externa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hyperlink" Target="https://ijsrm.net/index.php/ijsrm/search?authors=Gourav%20Nagar"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ijsrm.net/index.php/ijsrm/search?authors=Gourav%20Nagar" TargetMode="Externa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FADFDE"/>
            </a:gs>
          </a:gsLst>
          <a:path path="rect">
            <a:fillToRect l="100000" t="100000"/>
          </a:path>
        </a:gradFill>
        <a:effectLst/>
      </p:bgPr>
    </p:bg>
    <p:spTree>
      <p:nvGrpSpPr>
        <p:cNvPr id="1" name=""/>
        <p:cNvGrpSpPr/>
        <p:nvPr/>
      </p:nvGrpSpPr>
      <p:grpSpPr>
        <a:xfrm>
          <a:off x="0" y="0"/>
          <a:ext cx="0" cy="0"/>
          <a:chOff x="0" y="0"/>
          <a:chExt cx="0" cy="0"/>
        </a:xfrm>
      </p:grpSpPr>
      <p:sp>
        <p:nvSpPr>
          <p:cNvPr id="193" name="PlaceHolder 1"/>
          <p:cNvSpPr>
            <a:spLocks noGrp="1"/>
          </p:cNvSpPr>
          <p:nvPr>
            <p:ph type="subTitle"/>
          </p:nvPr>
        </p:nvSpPr>
        <p:spPr>
          <a:xfrm>
            <a:off x="603000" y="3200399"/>
            <a:ext cx="8229240" cy="3057481"/>
          </a:xfrm>
          <a:prstGeom prst="rect">
            <a:avLst/>
          </a:prstGeom>
          <a:noFill/>
          <a:ln w="0">
            <a:noFill/>
          </a:ln>
        </p:spPr>
        <p:txBody>
          <a:bodyPr lIns="90000" tIns="45000" rIns="90000" bIns="45000" anchor="t">
            <a:noAutofit/>
          </a:bodyPr>
          <a:lstStyle/>
          <a:p>
            <a:pPr algn="ctr">
              <a:lnSpc>
                <a:spcPct val="100000"/>
              </a:lnSpc>
              <a:spcBef>
                <a:spcPts val="581"/>
              </a:spcBef>
              <a:tabLst>
                <a:tab pos="0" algn="l"/>
              </a:tabLst>
            </a:pPr>
            <a:r>
              <a:rPr lang="en-US" sz="3200" b="1" strike="noStrike" spc="-1" dirty="0">
                <a:latin typeface="Times New Roman" panose="02020603050405020304" pitchFamily="18" charset="0"/>
                <a:cs typeface="Times New Roman" panose="02020603050405020304" pitchFamily="18" charset="0"/>
              </a:rPr>
              <a:t>Mini Project Presentation</a:t>
            </a:r>
            <a:endParaRPr lang="en-US" sz="3200" b="1" spc="-1" dirty="0">
              <a:latin typeface="Times New Roman" panose="02020603050405020304" pitchFamily="18" charset="0"/>
              <a:cs typeface="Times New Roman" panose="02020603050405020304" pitchFamily="18" charset="0"/>
            </a:endParaRPr>
          </a:p>
          <a:p>
            <a:pPr algn="ctr">
              <a:lnSpc>
                <a:spcPct val="100000"/>
              </a:lnSpc>
              <a:spcBef>
                <a:spcPts val="581"/>
              </a:spcBef>
              <a:tabLst>
                <a:tab pos="0" algn="l"/>
              </a:tabLst>
            </a:pPr>
            <a:r>
              <a:rPr lang="en-US" sz="2000" b="1" strike="noStrike" spc="-1" dirty="0">
                <a:latin typeface="Times New Roman" panose="02020603050405020304" pitchFamily="18" charset="0"/>
                <a:cs typeface="Times New Roman" panose="02020603050405020304" pitchFamily="18" charset="0"/>
              </a:rPr>
              <a:t>     Mentor – Mr. Mohit Tiwari</a:t>
            </a:r>
            <a:endParaRPr lang="en-US" sz="2000" b="1" spc="-1" dirty="0">
              <a:latin typeface="Times New Roman" panose="02020603050405020304" pitchFamily="18" charset="0"/>
              <a:cs typeface="Times New Roman" panose="02020603050405020304" pitchFamily="18" charset="0"/>
            </a:endParaRPr>
          </a:p>
          <a:p>
            <a:pPr>
              <a:lnSpc>
                <a:spcPct val="100000"/>
              </a:lnSpc>
              <a:spcBef>
                <a:spcPts val="581"/>
              </a:spcBef>
              <a:tabLst>
                <a:tab pos="0" algn="l"/>
              </a:tabLst>
            </a:pPr>
            <a:r>
              <a:rPr lang="en-US" sz="2000" b="1" spc="-1" dirty="0">
                <a:latin typeface="Times New Roman" panose="02020603050405020304" pitchFamily="18" charset="0"/>
                <a:cs typeface="Times New Roman" panose="02020603050405020304" pitchFamily="18" charset="0"/>
              </a:rPr>
              <a:t>Team Members:</a:t>
            </a:r>
          </a:p>
          <a:p>
            <a:pPr>
              <a:lnSpc>
                <a:spcPct val="100000"/>
              </a:lnSpc>
              <a:spcBef>
                <a:spcPts val="581"/>
              </a:spcBef>
              <a:tabLst>
                <a:tab pos="0" algn="l"/>
              </a:tabLst>
            </a:pPr>
            <a:r>
              <a:rPr lang="en-IN" sz="2000" b="1" spc="-1" dirty="0">
                <a:latin typeface="Times New Roman" panose="02020603050405020304" pitchFamily="18" charset="0"/>
                <a:cs typeface="Times New Roman" panose="02020603050405020304" pitchFamily="18" charset="0"/>
              </a:rPr>
              <a:t>Manoj (07611502722)</a:t>
            </a:r>
          </a:p>
          <a:p>
            <a:pPr>
              <a:lnSpc>
                <a:spcPct val="100000"/>
              </a:lnSpc>
              <a:spcBef>
                <a:spcPts val="581"/>
              </a:spcBef>
              <a:tabLst>
                <a:tab pos="0" algn="l"/>
              </a:tabLst>
            </a:pPr>
            <a:r>
              <a:rPr lang="en-IN" sz="2000" b="1" spc="-1" dirty="0">
                <a:latin typeface="Times New Roman" panose="02020603050405020304" pitchFamily="18" charset="0"/>
                <a:cs typeface="Times New Roman" panose="02020603050405020304" pitchFamily="18" charset="0"/>
              </a:rPr>
              <a:t> Akshay Kumar (08311502722)</a:t>
            </a:r>
          </a:p>
          <a:p>
            <a:pPr>
              <a:lnSpc>
                <a:spcPct val="100000"/>
              </a:lnSpc>
              <a:spcBef>
                <a:spcPts val="581"/>
              </a:spcBef>
              <a:tabLst>
                <a:tab pos="0" algn="l"/>
              </a:tabLst>
            </a:pPr>
            <a:r>
              <a:rPr lang="en-IN" sz="2000" b="1" spc="-1" dirty="0">
                <a:latin typeface="Times New Roman" panose="02020603050405020304" pitchFamily="18" charset="0"/>
                <a:cs typeface="Times New Roman" panose="02020603050405020304" pitchFamily="18" charset="0"/>
              </a:rPr>
              <a:t> Yash Kaushik (20511502722) </a:t>
            </a:r>
            <a:endParaRPr lang="en-US" sz="2000" b="1" spc="-1" dirty="0">
              <a:latin typeface="Times New Roman" panose="02020603050405020304" pitchFamily="18" charset="0"/>
              <a:cs typeface="Times New Roman" panose="02020603050405020304" pitchFamily="18" charset="0"/>
            </a:endParaRPr>
          </a:p>
          <a:p>
            <a:pPr>
              <a:lnSpc>
                <a:spcPct val="100000"/>
              </a:lnSpc>
              <a:spcBef>
                <a:spcPts val="581"/>
              </a:spcBef>
              <a:tabLst>
                <a:tab pos="0" algn="l"/>
              </a:tabLst>
            </a:pPr>
            <a:endParaRPr lang="en-US" sz="2400" b="1" spc="-1" dirty="0">
              <a:solidFill>
                <a:srgbClr val="696464"/>
              </a:solidFill>
              <a:latin typeface="Times New Roman" panose="02020603050405020304" pitchFamily="18" charset="0"/>
              <a:cs typeface="Times New Roman" panose="02020603050405020304" pitchFamily="18" charset="0"/>
            </a:endParaRPr>
          </a:p>
          <a:p>
            <a:pPr algn="ctr">
              <a:lnSpc>
                <a:spcPct val="100000"/>
              </a:lnSpc>
              <a:spcBef>
                <a:spcPts val="581"/>
              </a:spcBef>
              <a:tabLst>
                <a:tab pos="0" algn="l"/>
              </a:tabLst>
            </a:pP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94" name="PlaceHolder 2"/>
          <p:cNvSpPr>
            <a:spLocks noGrp="1"/>
          </p:cNvSpPr>
          <p:nvPr>
            <p:ph type="ftr" idx="16"/>
          </p:nvPr>
        </p:nvSpPr>
        <p:spPr>
          <a:xfrm>
            <a:off x="642960" y="6257880"/>
            <a:ext cx="8000640" cy="456840"/>
          </a:xfrm>
          <a:prstGeom prst="rect">
            <a:avLst/>
          </a:prstGeom>
          <a:noFill/>
          <a:ln w="0">
            <a:noFill/>
          </a:ln>
        </p:spPr>
        <p:txBody>
          <a:bodyPr lIns="90000" tIns="45000" rIns="90000" bIns="45000" anchor="ctr">
            <a:noAutofit/>
          </a:bodyPr>
          <a:lstStyle>
            <a:lvl1pPr indent="0" algn="ctr">
              <a:lnSpc>
                <a:spcPct val="100000"/>
              </a:lnSpc>
              <a:buNone/>
              <a:defRPr lang="en-US" sz="1400" b="1" strike="noStrike" spc="-1">
                <a:solidFill>
                  <a:srgbClr val="696464"/>
                </a:solidFill>
                <a:latin typeface="Perpetua"/>
              </a:defRPr>
            </a:lvl1p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sp>
        <p:nvSpPr>
          <p:cNvPr id="195" name="Slide Number Placeholder 6"/>
          <p:cNvSpPr/>
          <p:nvPr/>
        </p:nvSpPr>
        <p:spPr>
          <a:xfrm>
            <a:off x="146160" y="621036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6C96632E-EB52-41FC-9453-29CFEEFF5CC5}" type="slidenum">
              <a:rPr lang="en-US" sz="1400" b="0" strike="noStrike" spc="-1">
                <a:solidFill>
                  <a:srgbClr val="FFFFFF"/>
                </a:solidFill>
                <a:latin typeface="Franklin Gothic Book"/>
              </a:rPr>
              <a:pPr algn="ctr">
                <a:lnSpc>
                  <a:spcPct val="100000"/>
                </a:lnSpc>
              </a:pPr>
              <a:t>1</a:t>
            </a:fld>
            <a:endParaRPr lang="en-US" sz="1400" b="0" strike="noStrike" spc="-1">
              <a:solidFill>
                <a:srgbClr val="000000"/>
              </a:solidFill>
              <a:latin typeface="Arial"/>
            </a:endParaRPr>
          </a:p>
        </p:txBody>
      </p:sp>
      <p:sp>
        <p:nvSpPr>
          <p:cNvPr id="196" name="PlaceHolder 3"/>
          <p:cNvSpPr>
            <a:spLocks noGrp="1"/>
          </p:cNvSpPr>
          <p:nvPr>
            <p:ph type="title"/>
          </p:nvPr>
        </p:nvSpPr>
        <p:spPr>
          <a:xfrm>
            <a:off x="457380" y="1730879"/>
            <a:ext cx="8229240" cy="1469520"/>
          </a:xfrm>
          <a:prstGeom prst="rect">
            <a:avLst/>
          </a:prstGeom>
          <a:noFill/>
          <a:ln w="0">
            <a:noFill/>
          </a:ln>
        </p:spPr>
        <p:txBody>
          <a:bodyPr lIns="90000" tIns="45000" rIns="90000" bIns="91440" anchor="ctr">
            <a:noAutofit/>
          </a:bodyPr>
          <a:lstStyle/>
          <a:p>
            <a:pPr indent="0" algn="ctr">
              <a:lnSpc>
                <a:spcPct val="100000"/>
              </a:lnSpc>
              <a:buNone/>
            </a:pPr>
            <a:r>
              <a:rPr lang="en-US" sz="4000" b="0" strike="noStrike" spc="-1" dirty="0">
                <a:solidFill>
                  <a:srgbClr val="000000"/>
                </a:solidFill>
                <a:latin typeface="Perpetua"/>
              </a:rPr>
              <a:t>PRATIRAKSHA-Lite</a:t>
            </a:r>
            <a:br>
              <a:rPr lang="en-US" sz="4000" b="0" strike="noStrike" spc="-1" dirty="0">
                <a:solidFill>
                  <a:srgbClr val="000000"/>
                </a:solidFill>
                <a:latin typeface="Perpetua"/>
              </a:rPr>
            </a:br>
            <a:r>
              <a:rPr lang="en-US" sz="2200" b="0" strike="noStrike" spc="-1" dirty="0">
                <a:solidFill>
                  <a:srgbClr val="000000"/>
                </a:solidFill>
                <a:latin typeface="Perpetua"/>
              </a:rPr>
              <a:t>AI-Powered Ransomware Detection &amp; Prevention System</a:t>
            </a:r>
            <a:br>
              <a:rPr lang="en-US" sz="2200" b="0" strike="noStrike" spc="-1" dirty="0">
                <a:solidFill>
                  <a:srgbClr val="000000"/>
                </a:solidFill>
                <a:latin typeface="Perpetua"/>
              </a:rPr>
            </a:br>
            <a:endParaRPr lang="en-US" sz="2200" b="0" strike="noStrike" spc="-1" dirty="0">
              <a:solidFill>
                <a:srgbClr val="000000"/>
              </a:solidFill>
              <a:latin typeface="Perpetu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722160" y="1214280"/>
            <a:ext cx="7772040" cy="1099800"/>
          </a:xfrm>
          <a:prstGeom prst="rect">
            <a:avLst/>
          </a:prstGeom>
          <a:noFill/>
          <a:ln w="0">
            <a:noFill/>
          </a:ln>
        </p:spPr>
        <p:txBody>
          <a:bodyPr lIns="90000" tIns="45000" rIns="90000" bIns="91440" anchor="b">
            <a:normAutofit fontScale="90000"/>
          </a:bodyPr>
          <a:lstStyle/>
          <a:p>
            <a:pPr indent="0" algn="ctr">
              <a:lnSpc>
                <a:spcPct val="100000"/>
              </a:lnSpc>
              <a:buNone/>
            </a:pPr>
            <a:r>
              <a:rPr lang="en-US" sz="4000" b="1" strike="noStrike" spc="-1" dirty="0">
                <a:latin typeface="Franklin Gothic Book"/>
              </a:rPr>
              <a:t>Introduction</a:t>
            </a:r>
            <a:br>
              <a:rPr sz="4000" dirty="0"/>
            </a:br>
            <a:endParaRPr lang="en-US" sz="4000" b="0" strike="noStrike" spc="-1" dirty="0">
              <a:solidFill>
                <a:srgbClr val="000000"/>
              </a:solidFill>
              <a:latin typeface="Perpetua"/>
            </a:endParaRPr>
          </a:p>
        </p:txBody>
      </p:sp>
      <p:sp>
        <p:nvSpPr>
          <p:cNvPr id="198" name="PlaceHolder 2"/>
          <p:cNvSpPr>
            <a:spLocks noGrp="1"/>
          </p:cNvSpPr>
          <p:nvPr>
            <p:ph/>
          </p:nvPr>
        </p:nvSpPr>
        <p:spPr>
          <a:xfrm>
            <a:off x="722160" y="2548080"/>
            <a:ext cx="8064000" cy="3524040"/>
          </a:xfrm>
          <a:prstGeom prst="rect">
            <a:avLst/>
          </a:prstGeom>
          <a:noFill/>
          <a:ln w="0">
            <a:noFill/>
          </a:ln>
        </p:spPr>
        <p:txBody>
          <a:bodyPr lIns="90000" tIns="45000" rIns="90000" bIns="45000" anchor="t">
            <a:normAutofit/>
          </a:bodyPr>
          <a:lstStyle/>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0" strike="noStrike" spc="-1" dirty="0">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p:txBody>
      </p:sp>
      <p:sp>
        <p:nvSpPr>
          <p:cNvPr id="199" name="Slide Number Placeholder 5"/>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2</a:t>
            </a:fld>
            <a:endParaRPr lang="en-US" sz="1400" b="0" strike="noStrike" spc="-1">
              <a:solidFill>
                <a:srgbClr val="000000"/>
              </a:solidFill>
              <a:latin typeface="Arial"/>
            </a:endParaRPr>
          </a:p>
        </p:txBody>
      </p:sp>
      <p:sp>
        <p:nvSpPr>
          <p:cNvPr id="200" name="TextBox 199"/>
          <p:cNvSpPr txBox="1"/>
          <p:nvPr/>
        </p:nvSpPr>
        <p:spPr>
          <a:xfrm>
            <a:off x="1442160" y="6054120"/>
            <a:ext cx="6101640" cy="575280"/>
          </a:xfrm>
          <a:prstGeom prst="rect">
            <a:avLst/>
          </a:prstGeom>
          <a:noFill/>
          <a:ln w="0">
            <a:noFill/>
          </a:ln>
        </p:spPr>
        <p:txBody>
          <a:bodyPr lIns="90000" tIns="45000" rIns="90000" bIns="45000" anchor="t">
            <a:noAutofit/>
          </a:body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sz="1400"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sp>
        <p:nvSpPr>
          <p:cNvPr id="3" name="TextBox 2">
            <a:extLst>
              <a:ext uri="{FF2B5EF4-FFF2-40B4-BE49-F238E27FC236}">
                <a16:creationId xmlns:a16="http://schemas.microsoft.com/office/drawing/2014/main" id="{514FA100-082A-DF6F-63C5-6E591FEDFC9F}"/>
              </a:ext>
            </a:extLst>
          </p:cNvPr>
          <p:cNvSpPr txBox="1"/>
          <p:nvPr/>
        </p:nvSpPr>
        <p:spPr>
          <a:xfrm>
            <a:off x="304800" y="2802194"/>
            <a:ext cx="8268929"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t>A critical gap in current cybersecurity measures the pressing need for more effective and proactive ransomware detection techniques.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increasing strategies of ransomware operators, who now use ransomware-as-a-service (RaaS) models to coordinate assaults, highlight these inadequacies.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proposed system aims to provide a more holistic solution to the ransomware threat.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72515-314A-FDC6-AA10-57BCAC01C281}"/>
            </a:ext>
          </a:extLst>
        </p:cNvPr>
        <p:cNvGrpSpPr/>
        <p:nvPr/>
      </p:nvGrpSpPr>
      <p:grpSpPr>
        <a:xfrm>
          <a:off x="0" y="0"/>
          <a:ext cx="0" cy="0"/>
          <a:chOff x="0" y="0"/>
          <a:chExt cx="0" cy="0"/>
        </a:xfrm>
      </p:grpSpPr>
      <p:sp>
        <p:nvSpPr>
          <p:cNvPr id="197" name="PlaceHolder 1">
            <a:extLst>
              <a:ext uri="{FF2B5EF4-FFF2-40B4-BE49-F238E27FC236}">
                <a16:creationId xmlns:a16="http://schemas.microsoft.com/office/drawing/2014/main" id="{760B601C-15BE-A45D-3C94-DEB4A06E92C6}"/>
              </a:ext>
            </a:extLst>
          </p:cNvPr>
          <p:cNvSpPr>
            <a:spLocks noGrp="1"/>
          </p:cNvSpPr>
          <p:nvPr>
            <p:ph type="title"/>
          </p:nvPr>
        </p:nvSpPr>
        <p:spPr>
          <a:xfrm>
            <a:off x="722160" y="1214280"/>
            <a:ext cx="7772040" cy="1099800"/>
          </a:xfrm>
          <a:prstGeom prst="rect">
            <a:avLst/>
          </a:prstGeom>
          <a:noFill/>
          <a:ln w="0">
            <a:noFill/>
          </a:ln>
        </p:spPr>
        <p:txBody>
          <a:bodyPr lIns="90000" tIns="45000" rIns="90000" bIns="91440" anchor="b">
            <a:normAutofit fontScale="90000"/>
          </a:bodyPr>
          <a:lstStyle/>
          <a:p>
            <a:pPr indent="0" algn="ctr">
              <a:lnSpc>
                <a:spcPct val="100000"/>
              </a:lnSpc>
              <a:buNone/>
            </a:pPr>
            <a:r>
              <a:rPr lang="en-IN" sz="4000" dirty="0"/>
              <a:t>Problem Statement</a:t>
            </a:r>
            <a:br>
              <a:rPr sz="4000" dirty="0"/>
            </a:br>
            <a:endParaRPr lang="en-US" sz="4000" b="0" strike="noStrike" spc="-1" dirty="0">
              <a:solidFill>
                <a:srgbClr val="000000"/>
              </a:solidFill>
              <a:latin typeface="Perpetua"/>
            </a:endParaRPr>
          </a:p>
        </p:txBody>
      </p:sp>
      <p:sp>
        <p:nvSpPr>
          <p:cNvPr id="198" name="PlaceHolder 2">
            <a:extLst>
              <a:ext uri="{FF2B5EF4-FFF2-40B4-BE49-F238E27FC236}">
                <a16:creationId xmlns:a16="http://schemas.microsoft.com/office/drawing/2014/main" id="{0F447D5E-639A-17F4-0786-B4F425D6AA15}"/>
              </a:ext>
            </a:extLst>
          </p:cNvPr>
          <p:cNvSpPr>
            <a:spLocks noGrp="1"/>
          </p:cNvSpPr>
          <p:nvPr>
            <p:ph/>
          </p:nvPr>
        </p:nvSpPr>
        <p:spPr>
          <a:xfrm>
            <a:off x="722160" y="2548080"/>
            <a:ext cx="8064000" cy="3524040"/>
          </a:xfrm>
          <a:prstGeom prst="rect">
            <a:avLst/>
          </a:prstGeom>
          <a:noFill/>
          <a:ln w="0">
            <a:noFill/>
          </a:ln>
        </p:spPr>
        <p:txBody>
          <a:bodyPr lIns="90000" tIns="45000" rIns="90000" bIns="45000" anchor="t">
            <a:normAutofit/>
          </a:bodyPr>
          <a:lstStyle/>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0" strike="noStrike" spc="-1" dirty="0">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p:txBody>
      </p:sp>
      <p:sp>
        <p:nvSpPr>
          <p:cNvPr id="199" name="Slide Number Placeholder 5">
            <a:extLst>
              <a:ext uri="{FF2B5EF4-FFF2-40B4-BE49-F238E27FC236}">
                <a16:creationId xmlns:a16="http://schemas.microsoft.com/office/drawing/2014/main" id="{D10EE64C-0269-4EFB-7F7A-F539D34FA384}"/>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3</a:t>
            </a:fld>
            <a:endParaRPr lang="en-US" sz="1400" b="0" strike="noStrike" spc="-1" dirty="0">
              <a:solidFill>
                <a:srgbClr val="000000"/>
              </a:solidFill>
              <a:latin typeface="Arial"/>
            </a:endParaRPr>
          </a:p>
        </p:txBody>
      </p:sp>
      <p:sp>
        <p:nvSpPr>
          <p:cNvPr id="200" name="TextBox 199">
            <a:extLst>
              <a:ext uri="{FF2B5EF4-FFF2-40B4-BE49-F238E27FC236}">
                <a16:creationId xmlns:a16="http://schemas.microsoft.com/office/drawing/2014/main" id="{D30FF38C-9AFD-104A-05B9-C1E7EAE2D5E9}"/>
              </a:ext>
            </a:extLst>
          </p:cNvPr>
          <p:cNvSpPr txBox="1"/>
          <p:nvPr/>
        </p:nvSpPr>
        <p:spPr>
          <a:xfrm>
            <a:off x="1442160" y="6054120"/>
            <a:ext cx="6101640" cy="575280"/>
          </a:xfrm>
          <a:prstGeom prst="rect">
            <a:avLst/>
          </a:prstGeom>
          <a:noFill/>
          <a:ln w="0">
            <a:noFill/>
          </a:ln>
        </p:spPr>
        <p:txBody>
          <a:bodyPr lIns="90000" tIns="45000" rIns="90000" bIns="45000" anchor="t">
            <a:noAutofit/>
          </a:body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sz="1400"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sp>
        <p:nvSpPr>
          <p:cNvPr id="3" name="TextBox 2">
            <a:extLst>
              <a:ext uri="{FF2B5EF4-FFF2-40B4-BE49-F238E27FC236}">
                <a16:creationId xmlns:a16="http://schemas.microsoft.com/office/drawing/2014/main" id="{B4504FCE-6AEB-95DA-FD23-5345E5EFDC94}"/>
              </a:ext>
            </a:extLst>
          </p:cNvPr>
          <p:cNvSpPr txBox="1"/>
          <p:nvPr/>
        </p:nvSpPr>
        <p:spPr>
          <a:xfrm>
            <a:off x="304800" y="2802194"/>
            <a:ext cx="8268929" cy="2308324"/>
          </a:xfrm>
          <a:prstGeom prst="rect">
            <a:avLst/>
          </a:prstGeom>
          <a:noFill/>
        </p:spPr>
        <p:txBody>
          <a:bodyPr wrap="square" rtlCol="0">
            <a:spAutoFit/>
          </a:bodyPr>
          <a:lstStyle/>
          <a:p>
            <a:r>
              <a:rPr lang="en-US" dirty="0"/>
              <a:t>The growing frequency and complexity of ransomware attacks pose a serious threat to cybersecurity. When it comes to efficient prevention and early detection, current options frequently fall short. </a:t>
            </a:r>
          </a:p>
          <a:p>
            <a:endParaRPr lang="en-US" dirty="0"/>
          </a:p>
          <a:p>
            <a:r>
              <a:rPr lang="en-US" dirty="0"/>
              <a:t>By creating a tool or system that incorporates sophisticated detection algorithms and preventive actions, this initiative seeks to close these gaps. Improving the capacity to recognize and neutralize ransomware threats before they inflict serious harm is the aim.</a:t>
            </a:r>
            <a:endParaRPr lang="en-IN" dirty="0"/>
          </a:p>
        </p:txBody>
      </p:sp>
    </p:spTree>
    <p:extLst>
      <p:ext uri="{BB962C8B-B14F-4D97-AF65-F5344CB8AC3E}">
        <p14:creationId xmlns:p14="http://schemas.microsoft.com/office/powerpoint/2010/main" val="171835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AF968-6924-365E-F45B-2BE0447576A5}"/>
            </a:ext>
          </a:extLst>
        </p:cNvPr>
        <p:cNvGrpSpPr/>
        <p:nvPr/>
      </p:nvGrpSpPr>
      <p:grpSpPr>
        <a:xfrm>
          <a:off x="0" y="0"/>
          <a:ext cx="0" cy="0"/>
          <a:chOff x="0" y="0"/>
          <a:chExt cx="0" cy="0"/>
        </a:xfrm>
      </p:grpSpPr>
      <p:sp>
        <p:nvSpPr>
          <p:cNvPr id="197" name="PlaceHolder 1">
            <a:extLst>
              <a:ext uri="{FF2B5EF4-FFF2-40B4-BE49-F238E27FC236}">
                <a16:creationId xmlns:a16="http://schemas.microsoft.com/office/drawing/2014/main" id="{52328EA3-A247-B8C7-E496-8EE1CCD23357}"/>
              </a:ext>
            </a:extLst>
          </p:cNvPr>
          <p:cNvSpPr>
            <a:spLocks noGrp="1"/>
          </p:cNvSpPr>
          <p:nvPr>
            <p:ph type="title"/>
          </p:nvPr>
        </p:nvSpPr>
        <p:spPr>
          <a:xfrm>
            <a:off x="722160" y="1214280"/>
            <a:ext cx="7772040" cy="1099800"/>
          </a:xfrm>
          <a:prstGeom prst="rect">
            <a:avLst/>
          </a:prstGeom>
          <a:noFill/>
          <a:ln w="0">
            <a:noFill/>
          </a:ln>
        </p:spPr>
        <p:txBody>
          <a:bodyPr lIns="90000" tIns="45000" rIns="90000" bIns="91440" anchor="b">
            <a:normAutofit fontScale="90000"/>
          </a:bodyPr>
          <a:lstStyle/>
          <a:p>
            <a:pPr indent="0" algn="ctr">
              <a:lnSpc>
                <a:spcPct val="100000"/>
              </a:lnSpc>
              <a:buNone/>
            </a:pPr>
            <a:r>
              <a:rPr lang="en-IN" sz="4000" dirty="0"/>
              <a:t>Objective</a:t>
            </a:r>
            <a:br>
              <a:rPr sz="4000" dirty="0"/>
            </a:br>
            <a:endParaRPr lang="en-US" sz="4000" b="0" strike="noStrike" spc="-1" dirty="0">
              <a:solidFill>
                <a:srgbClr val="000000"/>
              </a:solidFill>
              <a:latin typeface="Perpetua"/>
            </a:endParaRPr>
          </a:p>
        </p:txBody>
      </p:sp>
      <p:sp>
        <p:nvSpPr>
          <p:cNvPr id="198" name="PlaceHolder 2">
            <a:extLst>
              <a:ext uri="{FF2B5EF4-FFF2-40B4-BE49-F238E27FC236}">
                <a16:creationId xmlns:a16="http://schemas.microsoft.com/office/drawing/2014/main" id="{A820B095-E613-A64D-F88D-9874F8E0BE42}"/>
              </a:ext>
            </a:extLst>
          </p:cNvPr>
          <p:cNvSpPr>
            <a:spLocks noGrp="1"/>
          </p:cNvSpPr>
          <p:nvPr>
            <p:ph/>
          </p:nvPr>
        </p:nvSpPr>
        <p:spPr>
          <a:xfrm>
            <a:off x="722160" y="2548080"/>
            <a:ext cx="8064000" cy="3524040"/>
          </a:xfrm>
          <a:prstGeom prst="rect">
            <a:avLst/>
          </a:prstGeom>
          <a:noFill/>
          <a:ln w="0">
            <a:noFill/>
          </a:ln>
        </p:spPr>
        <p:txBody>
          <a:bodyPr lIns="90000" tIns="45000" rIns="90000" bIns="45000" anchor="t">
            <a:normAutofit/>
          </a:bodyPr>
          <a:lstStyle/>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0" strike="noStrike" spc="-1" dirty="0">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p:txBody>
      </p:sp>
      <p:sp>
        <p:nvSpPr>
          <p:cNvPr id="199" name="Slide Number Placeholder 5">
            <a:extLst>
              <a:ext uri="{FF2B5EF4-FFF2-40B4-BE49-F238E27FC236}">
                <a16:creationId xmlns:a16="http://schemas.microsoft.com/office/drawing/2014/main" id="{7E00E739-48EE-D0F2-8BEE-D3616E8FD547}"/>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4</a:t>
            </a:fld>
            <a:endParaRPr lang="en-US" sz="1400" b="0" strike="noStrike" spc="-1">
              <a:solidFill>
                <a:srgbClr val="000000"/>
              </a:solidFill>
              <a:latin typeface="Arial"/>
            </a:endParaRPr>
          </a:p>
        </p:txBody>
      </p:sp>
      <p:sp>
        <p:nvSpPr>
          <p:cNvPr id="200" name="TextBox 199">
            <a:extLst>
              <a:ext uri="{FF2B5EF4-FFF2-40B4-BE49-F238E27FC236}">
                <a16:creationId xmlns:a16="http://schemas.microsoft.com/office/drawing/2014/main" id="{928C7FB5-20EA-B638-E35F-D546647A8330}"/>
              </a:ext>
            </a:extLst>
          </p:cNvPr>
          <p:cNvSpPr txBox="1"/>
          <p:nvPr/>
        </p:nvSpPr>
        <p:spPr>
          <a:xfrm>
            <a:off x="1442160" y="6054120"/>
            <a:ext cx="6101640" cy="575280"/>
          </a:xfrm>
          <a:prstGeom prst="rect">
            <a:avLst/>
          </a:prstGeom>
          <a:noFill/>
          <a:ln w="0">
            <a:noFill/>
          </a:ln>
        </p:spPr>
        <p:txBody>
          <a:bodyPr lIns="90000" tIns="45000" rIns="90000" bIns="45000" anchor="t">
            <a:noAutofit/>
          </a:body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sz="1400"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sp>
        <p:nvSpPr>
          <p:cNvPr id="3" name="TextBox 2">
            <a:extLst>
              <a:ext uri="{FF2B5EF4-FFF2-40B4-BE49-F238E27FC236}">
                <a16:creationId xmlns:a16="http://schemas.microsoft.com/office/drawing/2014/main" id="{186ADE2E-B926-FCEA-F6B7-3913988DF0C0}"/>
              </a:ext>
            </a:extLst>
          </p:cNvPr>
          <p:cNvSpPr txBox="1"/>
          <p:nvPr/>
        </p:nvSpPr>
        <p:spPr>
          <a:xfrm>
            <a:off x="304800" y="2802194"/>
            <a:ext cx="8268929" cy="2308324"/>
          </a:xfrm>
          <a:prstGeom prst="rect">
            <a:avLst/>
          </a:prstGeom>
          <a:noFill/>
        </p:spPr>
        <p:txBody>
          <a:bodyPr wrap="square" rtlCol="0">
            <a:spAutoFit/>
          </a:bodyPr>
          <a:lstStyle/>
          <a:p>
            <a:r>
              <a:rPr lang="en-US" dirty="0"/>
              <a:t>• Create an effective framework for ransomware detection and prevention utilizing advanced techniques.</a:t>
            </a:r>
          </a:p>
          <a:p>
            <a:endParaRPr lang="en-US" dirty="0"/>
          </a:p>
          <a:p>
            <a:r>
              <a:rPr lang="en-US" dirty="0"/>
              <a:t> • To implement advanced detection techniques into practice in order to identify ransomware threats early on.</a:t>
            </a:r>
          </a:p>
          <a:p>
            <a:endParaRPr lang="en-US" dirty="0"/>
          </a:p>
          <a:p>
            <a:r>
              <a:rPr lang="en-US" dirty="0"/>
              <a:t>• To develop strong defenses against ransomware attacks in order to minimize their impact and risk.</a:t>
            </a:r>
            <a:endParaRPr lang="en-IN" dirty="0"/>
          </a:p>
        </p:txBody>
      </p:sp>
    </p:spTree>
    <p:extLst>
      <p:ext uri="{BB962C8B-B14F-4D97-AF65-F5344CB8AC3E}">
        <p14:creationId xmlns:p14="http://schemas.microsoft.com/office/powerpoint/2010/main" val="2927080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D9F19-E809-D8CF-AB7E-1012CA0AAFB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E8A4DF9-4268-591D-9B60-81D2D7140919}"/>
              </a:ext>
            </a:extLst>
          </p:cNvPr>
          <p:cNvGraphicFramePr>
            <a:graphicFrameLocks noGrp="1"/>
          </p:cNvGraphicFramePr>
          <p:nvPr>
            <p:extLst>
              <p:ext uri="{D42A27DB-BD31-4B8C-83A1-F6EECF244321}">
                <p14:modId xmlns:p14="http://schemas.microsoft.com/office/powerpoint/2010/main" val="1971484363"/>
              </p:ext>
            </p:extLst>
          </p:nvPr>
        </p:nvGraphicFramePr>
        <p:xfrm>
          <a:off x="678425" y="1172406"/>
          <a:ext cx="7954297" cy="4768156"/>
        </p:xfrm>
        <a:graphic>
          <a:graphicData uri="http://schemas.openxmlformats.org/drawingml/2006/table">
            <a:tbl>
              <a:tblPr firstRow="1" firstCol="1" bandRow="1">
                <a:tableStyleId>{5C22544A-7EE6-4342-B048-85BDC9FD1C3A}</a:tableStyleId>
              </a:tblPr>
              <a:tblGrid>
                <a:gridCol w="786072">
                  <a:extLst>
                    <a:ext uri="{9D8B030D-6E8A-4147-A177-3AD203B41FA5}">
                      <a16:colId xmlns:a16="http://schemas.microsoft.com/office/drawing/2014/main" val="1277774636"/>
                    </a:ext>
                  </a:extLst>
                </a:gridCol>
                <a:gridCol w="2307403">
                  <a:extLst>
                    <a:ext uri="{9D8B030D-6E8A-4147-A177-3AD203B41FA5}">
                      <a16:colId xmlns:a16="http://schemas.microsoft.com/office/drawing/2014/main" val="13861882"/>
                    </a:ext>
                  </a:extLst>
                </a:gridCol>
                <a:gridCol w="1113962">
                  <a:extLst>
                    <a:ext uri="{9D8B030D-6E8A-4147-A177-3AD203B41FA5}">
                      <a16:colId xmlns:a16="http://schemas.microsoft.com/office/drawing/2014/main" val="2566736053"/>
                    </a:ext>
                  </a:extLst>
                </a:gridCol>
                <a:gridCol w="1554267">
                  <a:extLst>
                    <a:ext uri="{9D8B030D-6E8A-4147-A177-3AD203B41FA5}">
                      <a16:colId xmlns:a16="http://schemas.microsoft.com/office/drawing/2014/main" val="3059757396"/>
                    </a:ext>
                  </a:extLst>
                </a:gridCol>
                <a:gridCol w="2192593">
                  <a:extLst>
                    <a:ext uri="{9D8B030D-6E8A-4147-A177-3AD203B41FA5}">
                      <a16:colId xmlns:a16="http://schemas.microsoft.com/office/drawing/2014/main" val="955022561"/>
                    </a:ext>
                  </a:extLst>
                </a:gridCol>
              </a:tblGrid>
              <a:tr h="603057">
                <a:tc>
                  <a:txBody>
                    <a:bodyPr/>
                    <a:lstStyle/>
                    <a:p>
                      <a:pPr marL="6350" indent="-6350" algn="ctr">
                        <a:lnSpc>
                          <a:spcPct val="107000"/>
                        </a:lnSpc>
                        <a:spcAft>
                          <a:spcPts val="25"/>
                        </a:spcAft>
                      </a:pPr>
                      <a:r>
                        <a:rPr lang="en-IN" sz="1200" kern="100" dirty="0">
                          <a:effectLst/>
                        </a:rPr>
                        <a:t>Serial No.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48895" indent="-6350" algn="ctr">
                        <a:lnSpc>
                          <a:spcPct val="107000"/>
                        </a:lnSpc>
                        <a:spcAft>
                          <a:spcPts val="25"/>
                        </a:spcAft>
                      </a:pPr>
                      <a:r>
                        <a:rPr lang="en-IN" sz="1200" kern="100" dirty="0">
                          <a:effectLst/>
                        </a:rPr>
                        <a:t> </a:t>
                      </a:r>
                    </a:p>
                    <a:p>
                      <a:pPr marL="9525" indent="-6350" algn="ctr">
                        <a:lnSpc>
                          <a:spcPct val="107000"/>
                        </a:lnSpc>
                        <a:spcAft>
                          <a:spcPts val="25"/>
                        </a:spcAft>
                      </a:pPr>
                      <a:r>
                        <a:rPr lang="en-IN" sz="1200" kern="100" dirty="0">
                          <a:effectLst/>
                        </a:rPr>
                        <a:t>Topic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46355" indent="-6350" algn="ctr">
                        <a:lnSpc>
                          <a:spcPct val="107000"/>
                        </a:lnSpc>
                        <a:spcAft>
                          <a:spcPts val="25"/>
                        </a:spcAft>
                      </a:pPr>
                      <a:r>
                        <a:rPr lang="en-IN" sz="1200" kern="100" dirty="0">
                          <a:effectLst/>
                        </a:rPr>
                        <a:t> </a:t>
                      </a:r>
                    </a:p>
                    <a:p>
                      <a:pPr marL="8890" indent="-6350" algn="ctr">
                        <a:lnSpc>
                          <a:spcPct val="107000"/>
                        </a:lnSpc>
                        <a:spcAft>
                          <a:spcPts val="25"/>
                        </a:spcAft>
                      </a:pPr>
                      <a:r>
                        <a:rPr lang="en-IN" sz="1200" kern="100" dirty="0">
                          <a:effectLst/>
                        </a:rPr>
                        <a:t>Author(s)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40640" indent="-6350" algn="ctr">
                        <a:lnSpc>
                          <a:spcPct val="107000"/>
                        </a:lnSpc>
                        <a:spcAft>
                          <a:spcPts val="25"/>
                        </a:spcAft>
                      </a:pPr>
                      <a:endParaRPr lang="en-IN" sz="1200" kern="100" dirty="0">
                        <a:effectLst/>
                      </a:endParaRPr>
                    </a:p>
                    <a:p>
                      <a:pPr marL="40640" indent="-6350" algn="ctr">
                        <a:lnSpc>
                          <a:spcPct val="107000"/>
                        </a:lnSpc>
                        <a:spcAft>
                          <a:spcPts val="25"/>
                        </a:spcAft>
                      </a:pPr>
                      <a:r>
                        <a:rPr lang="en-IN" sz="1200" kern="100" dirty="0">
                          <a:effectLst/>
                        </a:rPr>
                        <a:t>Country &amp; Year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0795" indent="-6350" algn="ctr">
                        <a:lnSpc>
                          <a:spcPct val="107000"/>
                        </a:lnSpc>
                        <a:spcAft>
                          <a:spcPts val="25"/>
                        </a:spcAft>
                      </a:pPr>
                      <a:r>
                        <a:rPr lang="en-IN" sz="1200" kern="100" dirty="0">
                          <a:effectLst/>
                        </a:rPr>
                        <a:t>Research Gap</a:t>
                      </a:r>
                    </a:p>
                  </a:txBody>
                  <a:tcPr marL="0" marR="11430" marT="8255" marB="0" anchor="ctr"/>
                </a:tc>
                <a:extLst>
                  <a:ext uri="{0D108BD9-81ED-4DB2-BD59-A6C34878D82A}">
                    <a16:rowId xmlns:a16="http://schemas.microsoft.com/office/drawing/2014/main" val="2446328655"/>
                  </a:ext>
                </a:extLst>
              </a:tr>
              <a:tr h="1479014">
                <a:tc>
                  <a:txBody>
                    <a:bodyPr/>
                    <a:lstStyle/>
                    <a:p>
                      <a:pPr marL="297180" indent="-6350" algn="ctr">
                        <a:lnSpc>
                          <a:spcPct val="107000"/>
                        </a:lnSpc>
                        <a:spcAft>
                          <a:spcPts val="25"/>
                        </a:spcAft>
                      </a:pPr>
                      <a:r>
                        <a:rPr lang="en-IN" sz="1200" b="1" kern="100" dirty="0">
                          <a:solidFill>
                            <a:schemeClr val="lt1"/>
                          </a:solidFill>
                          <a:effectLst/>
                          <a:latin typeface="+mn-lt"/>
                          <a:ea typeface="+mn-ea"/>
                          <a:cs typeface="+mn-cs"/>
                        </a:rPr>
                        <a:t>*1. </a:t>
                      </a:r>
                    </a:p>
                  </a:txBody>
                  <a:tcPr marL="0" marR="5303" marT="3830" marB="0"/>
                </a:tc>
                <a:tc>
                  <a:txBody>
                    <a:bodyPr/>
                    <a:lstStyle/>
                    <a:p>
                      <a:pPr marL="68580" marR="51435" indent="-6350" algn="ctr">
                        <a:lnSpc>
                          <a:spcPct val="107000"/>
                        </a:lnSpc>
                        <a:spcAft>
                          <a:spcPts val="25"/>
                        </a:spcAft>
                      </a:pPr>
                      <a:endParaRPr lang="en-IN" sz="1200" b="0" u="none" strike="noStrike" kern="10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marL="68580" marR="51435" indent="-6350" algn="ctr">
                        <a:lnSpc>
                          <a:spcPct val="107000"/>
                        </a:lnSpc>
                        <a:spcAft>
                          <a:spcPts val="25"/>
                        </a:spcAft>
                      </a:pPr>
                      <a:r>
                        <a:rPr lang="en-IN" sz="1200" b="0" u="none" strike="noStrike" kern="10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ransomware: ransomware as a service (</a:t>
                      </a:r>
                      <a:r>
                        <a:rPr lang="en-IN" sz="1200" b="0" u="none" strike="noStrike" kern="100" dirty="0" err="1">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raas</a:t>
                      </a:r>
                      <a:r>
                        <a:rPr lang="en-IN" sz="1200" b="0" u="none" strike="noStrike" kern="10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methods to detects, prevent, mitigate and future direction </a:t>
                      </a:r>
                      <a:r>
                        <a:rPr lang="en-IN" sz="1200" b="0" u="none" strike="noStrike" kern="100" dirty="0">
                          <a:solidFill>
                            <a:schemeClr val="tx1"/>
                          </a:solidFill>
                          <a:effectLst/>
                          <a:latin typeface="Times New Roman" panose="02020603050405020304" pitchFamily="18" charset="0"/>
                          <a:cs typeface="Times New Roman" panose="02020603050405020304" pitchFamily="18" charset="0"/>
                        </a:rPr>
                        <a:t>(Journal)</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Amos </a:t>
                      </a:r>
                      <a:r>
                        <a:rPr lang="en-IN" sz="1200" b="0" u="none" kern="100" dirty="0" err="1">
                          <a:solidFill>
                            <a:schemeClr val="tx1"/>
                          </a:solidFill>
                          <a:effectLst/>
                          <a:latin typeface="Times New Roman" panose="02020603050405020304" pitchFamily="18" charset="0"/>
                          <a:cs typeface="Times New Roman" panose="02020603050405020304" pitchFamily="18" charset="0"/>
                        </a:rPr>
                        <a:t>Kibet</a:t>
                      </a:r>
                      <a:r>
                        <a:rPr lang="en-IN" sz="1200" b="0" u="none" kern="100" dirty="0">
                          <a:solidFill>
                            <a:schemeClr val="tx1"/>
                          </a:solidFill>
                          <a:effectLst/>
                          <a:latin typeface="Times New Roman" panose="02020603050405020304" pitchFamily="18" charset="0"/>
                          <a:cs typeface="Times New Roman" panose="02020603050405020304" pitchFamily="18" charset="0"/>
                        </a:rPr>
                        <a:t>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Philippines , 2022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marR="125095" indent="-6350" algn="ctr" defTabSz="914400" rtl="0" eaLnBrk="1" latinLnBrk="0" hangingPunct="1">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marR="125095" indent="-6350" algn="ctr" defTabSz="914400" rtl="0" eaLnBrk="1" latinLnBrk="0" hangingPunct="1">
                        <a:lnSpc>
                          <a:spcPct val="107000"/>
                        </a:lnSpc>
                        <a:spcAft>
                          <a:spcPts val="25"/>
                        </a:spcAft>
                      </a:pPr>
                      <a:r>
                        <a:rPr lang="en-US" sz="1200" b="0" u="none" kern="100" dirty="0">
                          <a:solidFill>
                            <a:schemeClr val="tx1"/>
                          </a:solidFill>
                          <a:effectLst/>
                          <a:latin typeface="Times New Roman" panose="02020603050405020304" pitchFamily="18" charset="0"/>
                          <a:ea typeface="+mn-ea"/>
                          <a:cs typeface="Times New Roman" panose="02020603050405020304" pitchFamily="18" charset="0"/>
                        </a:rPr>
                        <a:t>Lack of Real-Time Detection and Prevention</a:t>
                      </a: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extLst>
                  <a:ext uri="{0D108BD9-81ED-4DB2-BD59-A6C34878D82A}">
                    <a16:rowId xmlns:a16="http://schemas.microsoft.com/office/drawing/2014/main" val="4265664103"/>
                  </a:ext>
                </a:extLst>
              </a:tr>
              <a:tr h="1433932">
                <a:tc>
                  <a:txBody>
                    <a:bodyPr/>
                    <a:lstStyle/>
                    <a:p>
                      <a:pPr marL="297180" indent="-6350" algn="ctr">
                        <a:lnSpc>
                          <a:spcPct val="107000"/>
                        </a:lnSpc>
                        <a:spcAft>
                          <a:spcPts val="25"/>
                        </a:spcAft>
                      </a:pPr>
                      <a:r>
                        <a:rPr lang="en-IN" sz="1200" b="1" kern="100" dirty="0">
                          <a:solidFill>
                            <a:schemeClr val="lt1"/>
                          </a:solidFill>
                          <a:effectLst/>
                          <a:latin typeface="+mn-lt"/>
                          <a:ea typeface="+mn-ea"/>
                          <a:cs typeface="+mn-cs"/>
                        </a:rPr>
                        <a:t>2. </a:t>
                      </a: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Introduction to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Ransomware (Journal)</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Qasem Abu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Al-</a:t>
                      </a:r>
                    </a:p>
                    <a:p>
                      <a:pPr marL="68580" indent="-6350" algn="ctr">
                        <a:lnSpc>
                          <a:spcPct val="107000"/>
                        </a:lnSpc>
                        <a:spcAft>
                          <a:spcPts val="25"/>
                        </a:spcAft>
                      </a:pPr>
                      <a:r>
                        <a:rPr lang="en-IN" sz="1200" b="0" u="none" kern="1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Haija</a:t>
                      </a:r>
                      <a:r>
                        <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Noor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 </a:t>
                      </a:r>
                      <a:r>
                        <a:rPr lang="en-IN" sz="1200" b="0" u="none" kern="1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Jebril</a:t>
                      </a:r>
                      <a:r>
                        <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Usa , 2023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defTabSz="914400" rtl="0" eaLnBrk="1" latinLnBrk="0" hangingPunct="1">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indent="-6350" algn="ctr" defTabSz="914400" rtl="0" eaLnBrk="1" latinLnBrk="0" hangingPunct="1">
                        <a:lnSpc>
                          <a:spcPct val="107000"/>
                        </a:lnSpc>
                        <a:spcAft>
                          <a:spcPts val="25"/>
                        </a:spcAft>
                      </a:pPr>
                      <a:r>
                        <a:rPr lang="en-IN" sz="1200" b="0" u="none" kern="100" dirty="0">
                          <a:solidFill>
                            <a:schemeClr val="tx1"/>
                          </a:solidFill>
                          <a:effectLst/>
                          <a:latin typeface="Times New Roman" panose="02020603050405020304" pitchFamily="18" charset="0"/>
                          <a:ea typeface="+mn-ea"/>
                          <a:cs typeface="Times New Roman" panose="02020603050405020304" pitchFamily="18" charset="0"/>
                        </a:rPr>
                        <a:t>Unable to deal </a:t>
                      </a:r>
                    </a:p>
                    <a:p>
                      <a:pPr marL="68580" marR="0" lvl="0" indent="-6350" algn="ctr" defTabSz="914400" rtl="0" eaLnBrk="1" fontAlgn="auto" latinLnBrk="0" hangingPunct="1">
                        <a:lnSpc>
                          <a:spcPct val="107000"/>
                        </a:lnSpc>
                        <a:spcBef>
                          <a:spcPts val="0"/>
                        </a:spcBef>
                        <a:spcAft>
                          <a:spcPts val="25"/>
                        </a:spcAft>
                        <a:buClrTx/>
                        <a:buSzTx/>
                        <a:buFontTx/>
                        <a:buNone/>
                        <a:tabLst/>
                        <a:defRPr/>
                      </a:pPr>
                      <a:r>
                        <a:rPr lang="en-IN" sz="1200" b="0" u="none" kern="100" dirty="0">
                          <a:solidFill>
                            <a:schemeClr val="tx1"/>
                          </a:solidFill>
                          <a:effectLst/>
                          <a:latin typeface="Times New Roman" panose="02020603050405020304" pitchFamily="18" charset="0"/>
                          <a:ea typeface="+mn-ea"/>
                          <a:cs typeface="Times New Roman" panose="02020603050405020304" pitchFamily="18" charset="0"/>
                        </a:rPr>
                        <a:t>with sophisticated  Ransomware  attacks</a:t>
                      </a:r>
                    </a:p>
                    <a:p>
                      <a:pPr marL="68580" indent="-6350" algn="ctr" defTabSz="914400" rtl="0" eaLnBrk="1" latinLnBrk="0" hangingPunct="1">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extLst>
                  <a:ext uri="{0D108BD9-81ED-4DB2-BD59-A6C34878D82A}">
                    <a16:rowId xmlns:a16="http://schemas.microsoft.com/office/drawing/2014/main" val="3845044854"/>
                  </a:ext>
                </a:extLst>
              </a:tr>
              <a:tr h="1252153">
                <a:tc>
                  <a:txBody>
                    <a:bodyPr/>
                    <a:lstStyle/>
                    <a:p>
                      <a:pPr marL="297180" indent="-6350" algn="ctr">
                        <a:lnSpc>
                          <a:spcPct val="107000"/>
                        </a:lnSpc>
                        <a:spcAft>
                          <a:spcPts val="25"/>
                        </a:spcAft>
                      </a:pPr>
                      <a:r>
                        <a:rPr lang="en-IN" sz="1200" b="1" kern="100" dirty="0">
                          <a:solidFill>
                            <a:schemeClr val="lt1"/>
                          </a:solidFill>
                          <a:effectLst/>
                          <a:latin typeface="+mn-lt"/>
                          <a:ea typeface="+mn-ea"/>
                          <a:cs typeface="+mn-cs"/>
                        </a:rPr>
                        <a:t>3. </a:t>
                      </a: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Evolution of ransomware: a review of the detection, prevention and mitigation techniques (Journal)</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strike="noStrik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strike="noStrike" kern="100" dirty="0" err="1">
                          <a:solidFill>
                            <a:schemeClr val="tx1"/>
                          </a:solidFill>
                          <a:effectLst/>
                          <a:latin typeface="Times New Roman" panose="02020603050405020304" pitchFamily="18" charset="0"/>
                          <a:cs typeface="Times New Roman" panose="02020603050405020304" pitchFamily="18" charset="0"/>
                        </a:rPr>
                        <a:t>Adedolapo</a:t>
                      </a:r>
                      <a:r>
                        <a:rPr lang="en-IN" sz="1200" b="0" u="none" strike="noStrike" kern="100" dirty="0">
                          <a:solidFill>
                            <a:schemeClr val="tx1"/>
                          </a:solidFill>
                          <a:effectLst/>
                          <a:latin typeface="Times New Roman" panose="02020603050405020304" pitchFamily="18" charset="0"/>
                          <a:cs typeface="Times New Roman" panose="02020603050405020304" pitchFamily="18" charset="0"/>
                        </a:rPr>
                        <a:t> </a:t>
                      </a:r>
                    </a:p>
                    <a:p>
                      <a:pPr marL="68580" indent="-6350" algn="ctr">
                        <a:lnSpc>
                          <a:spcPct val="107000"/>
                        </a:lnSpc>
                        <a:spcAft>
                          <a:spcPts val="25"/>
                        </a:spcAft>
                      </a:pPr>
                      <a:r>
                        <a:rPr lang="en-IN" sz="1200" b="0" u="none" strike="noStrike" kern="100" dirty="0">
                          <a:solidFill>
                            <a:schemeClr val="tx1"/>
                          </a:solidFill>
                          <a:effectLst/>
                          <a:latin typeface="Times New Roman" panose="02020603050405020304" pitchFamily="18" charset="0"/>
                          <a:cs typeface="Times New Roman" panose="02020603050405020304" pitchFamily="18" charset="0"/>
                        </a:rPr>
                        <a:t>Adedoyin , </a:t>
                      </a:r>
                    </a:p>
                    <a:p>
                      <a:pPr marL="68580" indent="-6350" algn="ctr">
                        <a:lnSpc>
                          <a:spcPct val="107000"/>
                        </a:lnSpc>
                        <a:spcAft>
                          <a:spcPts val="25"/>
                        </a:spcAft>
                      </a:pPr>
                      <a:r>
                        <a:rPr lang="en-IN" sz="1200" b="0" u="none" strike="noStrike" kern="100" dirty="0">
                          <a:solidFill>
                            <a:schemeClr val="tx1"/>
                          </a:solidFill>
                          <a:effectLst/>
                          <a:latin typeface="Times New Roman" panose="02020603050405020304" pitchFamily="18" charset="0"/>
                          <a:cs typeface="Times New Roman" panose="02020603050405020304" pitchFamily="18" charset="0"/>
                        </a:rPr>
                        <a:t>Ayomide </a:t>
                      </a:r>
                    </a:p>
                    <a:p>
                      <a:pPr marL="68580" indent="-6350" algn="ctr">
                        <a:lnSpc>
                          <a:spcPct val="107000"/>
                        </a:lnSpc>
                        <a:spcAft>
                          <a:spcPts val="25"/>
                        </a:spcAft>
                      </a:pPr>
                      <a:r>
                        <a:rPr lang="en-IN" sz="1200" b="0" u="none" strike="noStrike" kern="100" dirty="0">
                          <a:solidFill>
                            <a:schemeClr val="tx1"/>
                          </a:solidFill>
                          <a:effectLst/>
                          <a:latin typeface="Times New Roman" panose="02020603050405020304" pitchFamily="18" charset="0"/>
                          <a:cs typeface="Times New Roman" panose="02020603050405020304" pitchFamily="18" charset="0"/>
                        </a:rPr>
                        <a:t>Adedoyin </a:t>
                      </a: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Usa , 2022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defTabSz="914400" rtl="0" eaLnBrk="1" latinLnBrk="0" hangingPunct="1">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indent="-6350" algn="ctr" defTabSz="914400" rtl="0" eaLnBrk="1" latinLnBrk="0" hangingPunct="1">
                        <a:lnSpc>
                          <a:spcPct val="107000"/>
                        </a:lnSpc>
                        <a:spcAft>
                          <a:spcPts val="25"/>
                        </a:spcAft>
                      </a:pPr>
                      <a:r>
                        <a:rPr lang="en-US" sz="1200" b="0" u="none" kern="100" dirty="0">
                          <a:solidFill>
                            <a:schemeClr val="tx1"/>
                          </a:solidFill>
                          <a:effectLst/>
                          <a:latin typeface="Times New Roman" panose="02020603050405020304" pitchFamily="18" charset="0"/>
                          <a:ea typeface="+mn-ea"/>
                          <a:cs typeface="Times New Roman" panose="02020603050405020304" pitchFamily="18" charset="0"/>
                        </a:rPr>
                        <a:t>Inadequate Detection of Fileless Ransomware</a:t>
                      </a: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extLst>
                  <a:ext uri="{0D108BD9-81ED-4DB2-BD59-A6C34878D82A}">
                    <a16:rowId xmlns:a16="http://schemas.microsoft.com/office/drawing/2014/main" val="372546709"/>
                  </a:ext>
                </a:extLst>
              </a:tr>
            </a:tbl>
          </a:graphicData>
        </a:graphic>
      </p:graphicFrame>
      <p:sp>
        <p:nvSpPr>
          <p:cNvPr id="2" name="TextBox 1">
            <a:extLst>
              <a:ext uri="{FF2B5EF4-FFF2-40B4-BE49-F238E27FC236}">
                <a16:creationId xmlns:a16="http://schemas.microsoft.com/office/drawing/2014/main" id="{AC0C7BF9-917D-8A36-D7F4-7298491BD0A1}"/>
              </a:ext>
            </a:extLst>
          </p:cNvPr>
          <p:cNvSpPr txBox="1"/>
          <p:nvPr/>
        </p:nvSpPr>
        <p:spPr>
          <a:xfrm>
            <a:off x="1818967" y="6233652"/>
            <a:ext cx="4975123" cy="800219"/>
          </a:xfrm>
          <a:prstGeom prst="rect">
            <a:avLst/>
          </a:prstGeom>
          <a:noFill/>
        </p:spPr>
        <p:txBody>
          <a:bodyPr wrap="square" rtlCol="0">
            <a:spAutoFit/>
          </a:bodyPr>
          <a:lstStyle/>
          <a:p>
            <a:pPr indent="0" algn="ctr">
              <a:lnSpc>
                <a:spcPct val="100000"/>
              </a:lnSpc>
              <a:buNone/>
            </a:pPr>
            <a:r>
              <a:rPr lang="en-US" sz="1400" b="1" spc="-1" dirty="0">
                <a:solidFill>
                  <a:srgbClr val="696464"/>
                </a:solidFill>
                <a:latin typeface="Perpetua"/>
              </a:rPr>
              <a:t>CSE , BVCOE, New Delhi                                                        </a:t>
            </a:r>
          </a:p>
          <a:p>
            <a:pPr indent="0" algn="ctr">
              <a:lnSpc>
                <a:spcPct val="100000"/>
              </a:lnSpc>
              <a:buNone/>
            </a:pPr>
            <a:r>
              <a:rPr lang="en-US" sz="1400" b="1" spc="-1" dirty="0">
                <a:solidFill>
                  <a:srgbClr val="696464"/>
                </a:solidFill>
                <a:latin typeface="Perpetua"/>
              </a:rPr>
              <a:t>Topic Name: RDPS  , Mentor Name: Mr. Mohit Tiwari</a:t>
            </a:r>
          </a:p>
          <a:p>
            <a:endParaRPr lang="en-IN" dirty="0"/>
          </a:p>
        </p:txBody>
      </p:sp>
      <p:sp>
        <p:nvSpPr>
          <p:cNvPr id="4" name="TextBox 3">
            <a:extLst>
              <a:ext uri="{FF2B5EF4-FFF2-40B4-BE49-F238E27FC236}">
                <a16:creationId xmlns:a16="http://schemas.microsoft.com/office/drawing/2014/main" id="{388F7DE7-ADC9-000D-13F0-08187316A821}"/>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Literature Review</a:t>
            </a:r>
            <a:endParaRPr lang="en-IN" sz="2400" dirty="0"/>
          </a:p>
        </p:txBody>
      </p:sp>
      <p:sp>
        <p:nvSpPr>
          <p:cNvPr id="5" name="Slide Number Placeholder 5">
            <a:extLst>
              <a:ext uri="{FF2B5EF4-FFF2-40B4-BE49-F238E27FC236}">
                <a16:creationId xmlns:a16="http://schemas.microsoft.com/office/drawing/2014/main" id="{507442DD-0052-4FA4-F53A-CF882AE45293}"/>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5</a:t>
            </a:fld>
            <a:endParaRPr lang="en-US" sz="1400" b="0" strike="noStrike" spc="-1" dirty="0">
              <a:solidFill>
                <a:srgbClr val="000000"/>
              </a:solidFill>
              <a:latin typeface="Arial"/>
            </a:endParaRPr>
          </a:p>
        </p:txBody>
      </p:sp>
    </p:spTree>
    <p:extLst>
      <p:ext uri="{BB962C8B-B14F-4D97-AF65-F5344CB8AC3E}">
        <p14:creationId xmlns:p14="http://schemas.microsoft.com/office/powerpoint/2010/main" val="137180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3"/>
          <a:tile tx="0" ty="0" sx="100000" sy="100000" algn="tl"/>
        </a:blipFill>
        <a:effectLst/>
      </p:bgPr>
    </p:bg>
    <p:spTree>
      <p:nvGrpSpPr>
        <p:cNvPr id="1" name=""/>
        <p:cNvGrpSpPr/>
        <p:nvPr/>
      </p:nvGrpSpPr>
      <p:grpSpPr>
        <a:xfrm>
          <a:off x="0" y="0"/>
          <a:ext cx="0" cy="0"/>
          <a:chOff x="0" y="0"/>
          <a:chExt cx="0" cy="0"/>
        </a:xfrm>
      </p:grpSpPr>
      <p:sp>
        <p:nvSpPr>
          <p:cNvPr id="202" name="PlaceHolder 2"/>
          <p:cNvSpPr>
            <a:spLocks noGrp="1"/>
          </p:cNvSpPr>
          <p:nvPr>
            <p:ph type="ftr" idx="17"/>
          </p:nvPr>
        </p:nvSpPr>
        <p:spPr>
          <a:xfrm>
            <a:off x="642960" y="6286680"/>
            <a:ext cx="7943400" cy="456840"/>
          </a:xfrm>
          <a:prstGeom prst="rect">
            <a:avLst/>
          </a:prstGeom>
          <a:noFill/>
          <a:ln w="0">
            <a:noFill/>
          </a:ln>
        </p:spPr>
        <p:txBody>
          <a:bodyPr lIns="90000" tIns="45000" rIns="90000" bIns="45000" anchor="ctr">
            <a:noAutofit/>
          </a:bodyPr>
          <a:lstStyle>
            <a:lvl1pPr indent="0" algn="ctr">
              <a:lnSpc>
                <a:spcPct val="100000"/>
              </a:lnSpc>
              <a:buNone/>
              <a:defRPr lang="en-US" sz="1400" b="1" strike="noStrike" spc="-1">
                <a:solidFill>
                  <a:srgbClr val="696464"/>
                </a:solidFill>
                <a:latin typeface="Perpetua"/>
              </a:defRPr>
            </a:lvl1p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graphicFrame>
        <p:nvGraphicFramePr>
          <p:cNvPr id="2" name="Content Placeholder 1">
            <a:extLst>
              <a:ext uri="{FF2B5EF4-FFF2-40B4-BE49-F238E27FC236}">
                <a16:creationId xmlns:a16="http://schemas.microsoft.com/office/drawing/2014/main" id="{A858B0F3-A23C-714D-DB9A-7F8C700527E4}"/>
              </a:ext>
            </a:extLst>
          </p:cNvPr>
          <p:cNvGraphicFramePr>
            <a:graphicFrameLocks noGrp="1"/>
          </p:cNvGraphicFramePr>
          <p:nvPr>
            <p:ph/>
            <p:extLst>
              <p:ext uri="{D42A27DB-BD31-4B8C-83A1-F6EECF244321}">
                <p14:modId xmlns:p14="http://schemas.microsoft.com/office/powerpoint/2010/main" val="449552203"/>
              </p:ext>
            </p:extLst>
          </p:nvPr>
        </p:nvGraphicFramePr>
        <p:xfrm>
          <a:off x="642959" y="1237199"/>
          <a:ext cx="8078253" cy="4716220"/>
        </p:xfrm>
        <a:graphic>
          <a:graphicData uri="http://schemas.openxmlformats.org/drawingml/2006/table">
            <a:tbl>
              <a:tblPr firstRow="1" firstCol="1" bandRow="1">
                <a:tableStyleId>{5C22544A-7EE6-4342-B048-85BDC9FD1C3A}</a:tableStyleId>
              </a:tblPr>
              <a:tblGrid>
                <a:gridCol w="801051">
                  <a:extLst>
                    <a:ext uri="{9D8B030D-6E8A-4147-A177-3AD203B41FA5}">
                      <a16:colId xmlns:a16="http://schemas.microsoft.com/office/drawing/2014/main" val="568902657"/>
                    </a:ext>
                  </a:extLst>
                </a:gridCol>
                <a:gridCol w="2075938">
                  <a:extLst>
                    <a:ext uri="{9D8B030D-6E8A-4147-A177-3AD203B41FA5}">
                      <a16:colId xmlns:a16="http://schemas.microsoft.com/office/drawing/2014/main" val="4254576992"/>
                    </a:ext>
                  </a:extLst>
                </a:gridCol>
                <a:gridCol w="1501308">
                  <a:extLst>
                    <a:ext uri="{9D8B030D-6E8A-4147-A177-3AD203B41FA5}">
                      <a16:colId xmlns:a16="http://schemas.microsoft.com/office/drawing/2014/main" val="529229672"/>
                    </a:ext>
                  </a:extLst>
                </a:gridCol>
                <a:gridCol w="1727760">
                  <a:extLst>
                    <a:ext uri="{9D8B030D-6E8A-4147-A177-3AD203B41FA5}">
                      <a16:colId xmlns:a16="http://schemas.microsoft.com/office/drawing/2014/main" val="3766048923"/>
                    </a:ext>
                  </a:extLst>
                </a:gridCol>
                <a:gridCol w="1972196">
                  <a:extLst>
                    <a:ext uri="{9D8B030D-6E8A-4147-A177-3AD203B41FA5}">
                      <a16:colId xmlns:a16="http://schemas.microsoft.com/office/drawing/2014/main" val="4102455744"/>
                    </a:ext>
                  </a:extLst>
                </a:gridCol>
              </a:tblGrid>
              <a:tr h="581769">
                <a:tc>
                  <a:txBody>
                    <a:bodyPr/>
                    <a:lstStyle/>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Serial No. </a:t>
                      </a:r>
                    </a:p>
                  </a:txBody>
                  <a:tcPr marL="0" marR="5303" marT="3830" marB="0"/>
                </a:tc>
                <a:tc>
                  <a:txBody>
                    <a:bodyPr/>
                    <a:lstStyle/>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 </a:t>
                      </a:r>
                    </a:p>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Topic </a:t>
                      </a:r>
                    </a:p>
                  </a:txBody>
                  <a:tcPr marL="0" marR="5303" marT="3830" marB="0"/>
                </a:tc>
                <a:tc>
                  <a:txBody>
                    <a:bodyPr/>
                    <a:lstStyle/>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 </a:t>
                      </a:r>
                    </a:p>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Author(s) </a:t>
                      </a:r>
                    </a:p>
                  </a:txBody>
                  <a:tcPr marL="0" marR="5303" marT="3830" marB="0"/>
                </a:tc>
                <a:tc>
                  <a:txBody>
                    <a:bodyPr/>
                    <a:lstStyle/>
                    <a:p>
                      <a:pPr marL="9525" indent="-6350" algn="ctr" defTabSz="914400" rtl="0" eaLnBrk="1" latinLnBrk="0" hangingPunct="1">
                        <a:lnSpc>
                          <a:spcPct val="107000"/>
                        </a:lnSpc>
                        <a:spcAft>
                          <a:spcPts val="25"/>
                        </a:spcAft>
                      </a:pPr>
                      <a:endParaRPr lang="en-IN" sz="1200" b="1" kern="100" dirty="0">
                        <a:solidFill>
                          <a:schemeClr val="lt1"/>
                        </a:solidFill>
                        <a:effectLst/>
                        <a:latin typeface="+mn-lt"/>
                        <a:ea typeface="+mn-ea"/>
                        <a:cs typeface="+mn-cs"/>
                      </a:endParaRPr>
                    </a:p>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Country &amp; Year </a:t>
                      </a:r>
                    </a:p>
                  </a:txBody>
                  <a:tcPr marL="0" marR="5303" marT="3830" marB="0"/>
                </a:tc>
                <a:tc>
                  <a:txBody>
                    <a:bodyPr/>
                    <a:lstStyle/>
                    <a:p>
                      <a:pPr marL="10795" indent="-6350" algn="ctr">
                        <a:lnSpc>
                          <a:spcPct val="107000"/>
                        </a:lnSpc>
                        <a:spcAft>
                          <a:spcPts val="25"/>
                        </a:spcAft>
                      </a:pPr>
                      <a:r>
                        <a:rPr lang="en-IN" sz="1200" kern="100" dirty="0">
                          <a:effectLst/>
                        </a:rPr>
                        <a:t>Research Gap</a:t>
                      </a:r>
                    </a:p>
                  </a:txBody>
                  <a:tcPr marL="0" marR="5303" marT="3830" marB="0" anchor="ctr"/>
                </a:tc>
                <a:extLst>
                  <a:ext uri="{0D108BD9-81ED-4DB2-BD59-A6C34878D82A}">
                    <a16:rowId xmlns:a16="http://schemas.microsoft.com/office/drawing/2014/main" val="3737602379"/>
                  </a:ext>
                </a:extLst>
              </a:tr>
              <a:tr h="1110695">
                <a:tc>
                  <a:txBody>
                    <a:bodyPr/>
                    <a:lstStyle/>
                    <a:p>
                      <a:pPr marL="297180" indent="-6350" algn="ctr">
                        <a:lnSpc>
                          <a:spcPct val="107000"/>
                        </a:lnSpc>
                        <a:spcAft>
                          <a:spcPts val="25"/>
                        </a:spcAft>
                      </a:pPr>
                      <a:r>
                        <a:rPr lang="en-IN" sz="1200" b="1" kern="100" dirty="0">
                          <a:solidFill>
                            <a:schemeClr val="lt1"/>
                          </a:solidFill>
                          <a:effectLst/>
                          <a:latin typeface="+mn-lt"/>
                          <a:ea typeface="+mn-ea"/>
                          <a:cs typeface="+mn-cs"/>
                        </a:rPr>
                        <a:t>   4. </a:t>
                      </a:r>
                    </a:p>
                  </a:txBody>
                  <a:tcPr marL="0" marR="5303" marT="3830" marB="0"/>
                </a:tc>
                <a:tc>
                  <a:txBody>
                    <a:bodyPr/>
                    <a:lstStyle/>
                    <a:p>
                      <a:pPr marL="68580" indent="-6350" algn="ctr">
                        <a:lnSpc>
                          <a:spcPct val="99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The Evolution of Ransomware: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Tactics,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Techniques, and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Mitigation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Strategies (Journal)</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 </a:t>
                      </a: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tc>
                  <a:txBody>
                    <a:bodyPr/>
                    <a:lstStyle/>
                    <a:p>
                      <a:pPr marL="68580" marR="41910" indent="-6350" algn="ctr">
                        <a:lnSpc>
                          <a:spcPct val="107000"/>
                        </a:lnSpc>
                        <a:spcAft>
                          <a:spcPts val="25"/>
                        </a:spcAft>
                      </a:pPr>
                      <a:r>
                        <a:rPr lang="en-IN" sz="1200" b="0" u="none" strike="noStrike" kern="100"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endParaRPr lang="en-IN" sz="1200" b="0" u="none" strike="noStrike" kern="100" dirty="0">
                        <a:solidFill>
                          <a:schemeClr val="tx1"/>
                        </a:solidFill>
                        <a:effectLst/>
                        <a:latin typeface="Times New Roman" panose="02020603050405020304" pitchFamily="18" charset="0"/>
                        <a:cs typeface="Times New Roman" panose="02020603050405020304" pitchFamily="18" charset="0"/>
                      </a:endParaRPr>
                    </a:p>
                    <a:p>
                      <a:pPr marL="68580" marR="41910" indent="-6350" algn="ctr">
                        <a:lnSpc>
                          <a:spcPct val="107000"/>
                        </a:lnSpc>
                        <a:spcAft>
                          <a:spcPts val="25"/>
                        </a:spcAft>
                      </a:pPr>
                      <a:r>
                        <a:rPr lang="en-IN" sz="1200" b="0" u="none" strike="noStrike" kern="100" dirty="0" err="1">
                          <a:solidFill>
                            <a:schemeClr val="tx1"/>
                          </a:solidFill>
                          <a:effectLst/>
                          <a:latin typeface="Times New Roman" panose="02020603050405020304" pitchFamily="18" charset="0"/>
                          <a:cs typeface="Times New Roman" panose="02020603050405020304" pitchFamily="18" charset="0"/>
                        </a:rPr>
                        <a:t>Gourav</a:t>
                      </a:r>
                      <a:r>
                        <a:rPr lang="en-IN" sz="1200" b="0" u="none" strike="noStrike" kern="100" dirty="0">
                          <a:solidFill>
                            <a:schemeClr val="tx1"/>
                          </a:solidFill>
                          <a:effectLst/>
                          <a:latin typeface="Times New Roman" panose="02020603050405020304" pitchFamily="18" charset="0"/>
                          <a:cs typeface="Times New Roman" panose="02020603050405020304" pitchFamily="18" charset="0"/>
                        </a:rPr>
                        <a:t> Nagar </a:t>
                      </a: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Bangladesh , 2024 </a:t>
                      </a: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tc>
                  <a:txBody>
                    <a:bodyPr/>
                    <a:lstStyle/>
                    <a:p>
                      <a:pPr marL="68580" marR="44450"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marR="44450" indent="-6350" algn="ctr">
                        <a:lnSpc>
                          <a:spcPct val="107000"/>
                        </a:lnSpc>
                        <a:spcAft>
                          <a:spcPts val="25"/>
                        </a:spcAft>
                      </a:pPr>
                      <a:r>
                        <a:rPr lang="en-US" sz="1200" b="0" u="none" kern="100" dirty="0">
                          <a:solidFill>
                            <a:schemeClr val="tx1"/>
                          </a:solidFill>
                          <a:effectLst/>
                          <a:latin typeface="Times New Roman" panose="02020603050405020304" pitchFamily="18" charset="0"/>
                          <a:ea typeface="+mn-ea"/>
                          <a:cs typeface="Times New Roman" panose="02020603050405020304" pitchFamily="18" charset="0"/>
                        </a:rPr>
                        <a:t>Gaps in Proactive, AI-Driven Detection</a:t>
                      </a: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extLst>
                  <a:ext uri="{0D108BD9-81ED-4DB2-BD59-A6C34878D82A}">
                    <a16:rowId xmlns:a16="http://schemas.microsoft.com/office/drawing/2014/main" val="1858704990"/>
                  </a:ext>
                </a:extLst>
              </a:tr>
              <a:tr h="1208336">
                <a:tc>
                  <a:txBody>
                    <a:bodyPr/>
                    <a:lstStyle/>
                    <a:p>
                      <a:pPr marL="9525" indent="-6350" algn="ctr" defTabSz="914400" rtl="0" eaLnBrk="1" latinLnBrk="0" hangingPunct="1">
                        <a:lnSpc>
                          <a:spcPct val="107000"/>
                        </a:lnSpc>
                        <a:spcAft>
                          <a:spcPts val="25"/>
                        </a:spcAft>
                      </a:pPr>
                      <a:r>
                        <a:rPr lang="en-IN" sz="1200" b="1" kern="100" dirty="0">
                          <a:solidFill>
                            <a:schemeClr val="lt1"/>
                          </a:solidFill>
                          <a:effectLst/>
                          <a:latin typeface="+mn-lt"/>
                          <a:ea typeface="+mn-ea"/>
                          <a:cs typeface="+mn-cs"/>
                        </a:rPr>
                        <a:t>         5. </a:t>
                      </a:r>
                    </a:p>
                  </a:txBody>
                  <a:tcPr marL="0" marR="5303" marT="3830" marB="0"/>
                </a:tc>
                <a:tc>
                  <a:txBody>
                    <a:bodyPr/>
                    <a:lstStyle/>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Advancements in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Ransomware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Detection and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Prevention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Techniques (Journal)</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marR="66675" indent="-6350" algn="ctr">
                        <a:lnSpc>
                          <a:spcPct val="99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marR="66675" indent="-6350" algn="ctr">
                        <a:lnSpc>
                          <a:spcPct val="99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Jayant Verma, D. </a:t>
                      </a:r>
                    </a:p>
                    <a:p>
                      <a:pPr marL="68580" marR="66675" indent="-6350" algn="ctr">
                        <a:lnSpc>
                          <a:spcPct val="99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Lakshmi </a:t>
                      </a: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2023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marR="0" lvl="0" indent="-6350" algn="ctr" defTabSz="914400" rtl="0" eaLnBrk="1" fontAlgn="auto" latinLnBrk="0" hangingPunct="1">
                        <a:lnSpc>
                          <a:spcPct val="107000"/>
                        </a:lnSpc>
                        <a:spcBef>
                          <a:spcPts val="0"/>
                        </a:spcBef>
                        <a:spcAft>
                          <a:spcPts val="25"/>
                        </a:spcAft>
                        <a:buClrTx/>
                        <a:buSzTx/>
                        <a:buFontTx/>
                        <a:buNone/>
                        <a:tabLst/>
                        <a:defRPr/>
                      </a:pPr>
                      <a:r>
                        <a:rPr lang="en-IN" sz="1200" b="0" u="none" kern="100" dirty="0">
                          <a:solidFill>
                            <a:schemeClr val="tx1"/>
                          </a:solidFill>
                          <a:effectLst/>
                          <a:latin typeface="Times New Roman" panose="02020603050405020304" pitchFamily="18" charset="0"/>
                          <a:ea typeface="+mn-ea"/>
                          <a:cs typeface="Times New Roman" panose="02020603050405020304" pitchFamily="18" charset="0"/>
                        </a:rPr>
                        <a:t>current tools and technologies are unable tackle  sophisticated  Ransomware  attacks</a:t>
                      </a:r>
                    </a:p>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txBody>
                  <a:tcPr marL="0" marR="5303" marT="3830" marB="0"/>
                </a:tc>
                <a:extLst>
                  <a:ext uri="{0D108BD9-81ED-4DB2-BD59-A6C34878D82A}">
                    <a16:rowId xmlns:a16="http://schemas.microsoft.com/office/drawing/2014/main" val="2686801664"/>
                  </a:ext>
                </a:extLst>
              </a:tr>
              <a:tr h="973604">
                <a:tc>
                  <a:txBody>
                    <a:bodyPr/>
                    <a:lstStyle/>
                    <a:p>
                      <a:pPr marL="297180" indent="-6350" algn="ctr">
                        <a:lnSpc>
                          <a:spcPct val="107000"/>
                        </a:lnSpc>
                        <a:spcAft>
                          <a:spcPts val="25"/>
                        </a:spcAft>
                      </a:pPr>
                      <a:r>
                        <a:rPr lang="en-IN" sz="1200" b="1" kern="100" dirty="0">
                          <a:solidFill>
                            <a:schemeClr val="lt1"/>
                          </a:solidFill>
                          <a:effectLst/>
                          <a:latin typeface="+mn-lt"/>
                          <a:ea typeface="+mn-ea"/>
                          <a:cs typeface="+mn-cs"/>
                        </a:rPr>
                        <a:t>   6. </a:t>
                      </a:r>
                    </a:p>
                  </a:txBody>
                  <a:tcPr marL="0" marR="5303" marT="3830" marB="0"/>
                </a:tc>
                <a:tc>
                  <a:txBody>
                    <a:bodyPr/>
                    <a:lstStyle/>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Ransomware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Detection Using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Machine Learning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Techniques (Journal)</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Indra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Chaudhary,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Suyash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Adhikari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Nepal , 2022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ea typeface="+mn-ea"/>
                          <a:cs typeface="Times New Roman" panose="02020603050405020304" pitchFamily="18" charset="0"/>
                        </a:rPr>
                        <a:t>Requires Improved Machine Learning Models</a:t>
                      </a:r>
                    </a:p>
                  </a:txBody>
                  <a:tcPr marL="0" marR="5303" marT="3830" marB="0"/>
                </a:tc>
                <a:extLst>
                  <a:ext uri="{0D108BD9-81ED-4DB2-BD59-A6C34878D82A}">
                    <a16:rowId xmlns:a16="http://schemas.microsoft.com/office/drawing/2014/main" val="2744151910"/>
                  </a:ext>
                </a:extLst>
              </a:tr>
              <a:tr h="802315">
                <a:tc>
                  <a:txBody>
                    <a:bodyPr/>
                    <a:lstStyle/>
                    <a:p>
                      <a:pPr marL="297180" indent="-6350" algn="ctr">
                        <a:lnSpc>
                          <a:spcPct val="107000"/>
                        </a:lnSpc>
                        <a:spcAft>
                          <a:spcPts val="25"/>
                        </a:spcAft>
                      </a:pPr>
                      <a:r>
                        <a:rPr lang="en-IN" sz="1200" b="1" kern="100" dirty="0">
                          <a:solidFill>
                            <a:schemeClr val="lt1"/>
                          </a:solidFill>
                          <a:effectLst/>
                          <a:latin typeface="+mn-lt"/>
                          <a:ea typeface="+mn-ea"/>
                          <a:cs typeface="+mn-cs"/>
                        </a:rPr>
                        <a:t>   7. </a:t>
                      </a:r>
                    </a:p>
                  </a:txBody>
                  <a:tcPr marL="0" marR="5303" marT="3830" marB="0"/>
                </a:tc>
                <a:tc>
                  <a:txBody>
                    <a:bodyPr/>
                    <a:lstStyle/>
                    <a:p>
                      <a:pPr marL="68580" indent="-6350" algn="ctr">
                        <a:lnSpc>
                          <a:spcPct val="99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network traffic based ransomware </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detection (Journal)</a:t>
                      </a: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r>
                        <a:rPr lang="en-IN" sz="1200" b="0" u="none" kern="100">
                          <a:solidFill>
                            <a:schemeClr val="tx1"/>
                          </a:solidFill>
                          <a:effectLst/>
                          <a:latin typeface="Times New Roman" panose="02020603050405020304" pitchFamily="18" charset="0"/>
                          <a:cs typeface="Times New Roman" panose="02020603050405020304" pitchFamily="18" charset="0"/>
                        </a:rPr>
                        <a:t>Sivaguru R. , </a:t>
                      </a:r>
                    </a:p>
                    <a:p>
                      <a:pPr marL="68580" indent="-6350" algn="ctr">
                        <a:lnSpc>
                          <a:spcPct val="107000"/>
                        </a:lnSpc>
                        <a:spcAft>
                          <a:spcPts val="25"/>
                        </a:spcAft>
                      </a:pPr>
                      <a:r>
                        <a:rPr lang="en-IN" sz="1200" b="0" u="none" kern="100">
                          <a:solidFill>
                            <a:schemeClr val="tx1"/>
                          </a:solidFill>
                          <a:effectLst/>
                          <a:latin typeface="Times New Roman" panose="02020603050405020304" pitchFamily="18" charset="0"/>
                          <a:cs typeface="Times New Roman" panose="02020603050405020304" pitchFamily="18" charset="0"/>
                        </a:rPr>
                        <a:t>Srinath R. , </a:t>
                      </a:r>
                    </a:p>
                    <a:p>
                      <a:pPr marL="68580" indent="-6350" algn="ctr">
                        <a:lnSpc>
                          <a:spcPct val="107000"/>
                        </a:lnSpc>
                        <a:spcAft>
                          <a:spcPts val="25"/>
                        </a:spcAft>
                      </a:pPr>
                      <a:r>
                        <a:rPr lang="en-IN" sz="1200" b="0" u="none" kern="100">
                          <a:solidFill>
                            <a:schemeClr val="tx1"/>
                          </a:solidFill>
                          <a:effectLst/>
                          <a:latin typeface="Times New Roman" panose="02020603050405020304" pitchFamily="18" charset="0"/>
                          <a:cs typeface="Times New Roman" panose="02020603050405020304" pitchFamily="18" charset="0"/>
                        </a:rPr>
                        <a:t>Sathiya </a:t>
                      </a:r>
                    </a:p>
                    <a:p>
                      <a:pPr marL="68580" indent="-6350" algn="ctr">
                        <a:lnSpc>
                          <a:spcPct val="107000"/>
                        </a:lnSpc>
                        <a:spcAft>
                          <a:spcPts val="25"/>
                        </a:spcAft>
                      </a:pPr>
                      <a:r>
                        <a:rPr lang="en-IN" sz="1200" b="0" u="none" kern="100">
                          <a:solidFill>
                            <a:schemeClr val="tx1"/>
                          </a:solidFill>
                          <a:effectLst/>
                          <a:latin typeface="Times New Roman" panose="02020603050405020304" pitchFamily="18" charset="0"/>
                          <a:cs typeface="Times New Roman" panose="02020603050405020304" pitchFamily="18" charset="0"/>
                        </a:rPr>
                        <a:t>Rubha M. etc </a:t>
                      </a:r>
                      <a:endParaRPr lang="en-IN" sz="1200" b="0" u="none" kern="1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indent="-6350" algn="ctr">
                        <a:lnSpc>
                          <a:spcPct val="107000"/>
                        </a:lnSpc>
                        <a:spcAft>
                          <a:spcPts val="25"/>
                        </a:spcAft>
                      </a:pPr>
                      <a:endParaRPr lang="en-IN" sz="1200" b="0" u="none" kern="100" dirty="0">
                        <a:solidFill>
                          <a:schemeClr val="tx1"/>
                        </a:solidFill>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b="0" u="none" kern="100" dirty="0">
                          <a:solidFill>
                            <a:schemeClr val="tx1"/>
                          </a:solidFill>
                          <a:effectLst/>
                          <a:latin typeface="Times New Roman" panose="02020603050405020304" pitchFamily="18" charset="0"/>
                          <a:cs typeface="Times New Roman" panose="02020603050405020304" pitchFamily="18" charset="0"/>
                        </a:rPr>
                        <a:t>India , 2024 </a:t>
                      </a:r>
                      <a:endParaRPr lang="en-IN" sz="1200" b="0" u="none"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5303" marT="3830" marB="0"/>
                </a:tc>
                <a:tc>
                  <a:txBody>
                    <a:bodyPr/>
                    <a:lstStyle/>
                    <a:p>
                      <a:pPr marL="68580" marR="55245" indent="-6350" algn="ctr">
                        <a:lnSpc>
                          <a:spcPct val="107000"/>
                        </a:lnSpc>
                        <a:spcAft>
                          <a:spcPts val="25"/>
                        </a:spcAft>
                      </a:pPr>
                      <a:endParaRPr lang="en-IN" sz="1200" b="0" u="none" kern="100" dirty="0">
                        <a:solidFill>
                          <a:schemeClr val="tx1"/>
                        </a:solidFill>
                        <a:effectLst/>
                        <a:latin typeface="Times New Roman" panose="02020603050405020304" pitchFamily="18" charset="0"/>
                        <a:ea typeface="+mn-ea"/>
                        <a:cs typeface="Times New Roman" panose="02020603050405020304" pitchFamily="18" charset="0"/>
                      </a:endParaRPr>
                    </a:p>
                    <a:p>
                      <a:pPr marL="68580" marR="55245" indent="-6350" algn="ctr">
                        <a:lnSpc>
                          <a:spcPct val="107000"/>
                        </a:lnSpc>
                        <a:spcAft>
                          <a:spcPts val="25"/>
                        </a:spcAft>
                      </a:pPr>
                      <a:r>
                        <a:rPr lang="en-US" sz="1200" b="0" u="none" kern="100" dirty="0">
                          <a:solidFill>
                            <a:schemeClr val="tx1"/>
                          </a:solidFill>
                          <a:effectLst/>
                          <a:latin typeface="Times New Roman" panose="02020603050405020304" pitchFamily="18" charset="0"/>
                          <a:ea typeface="+mn-ea"/>
                          <a:cs typeface="Times New Roman" panose="02020603050405020304" pitchFamily="18" charset="0"/>
                        </a:rPr>
                        <a:t>Limitations in Detecting Encrypted Command-and-Control Traffic</a:t>
                      </a:r>
                      <a:r>
                        <a:rPr lang="en-IN" sz="1200" b="0" u="none" kern="100" dirty="0">
                          <a:solidFill>
                            <a:schemeClr val="tx1"/>
                          </a:solidFill>
                          <a:effectLst/>
                          <a:latin typeface="Times New Roman" panose="02020603050405020304" pitchFamily="18" charset="0"/>
                          <a:ea typeface="+mn-ea"/>
                          <a:cs typeface="Times New Roman" panose="02020603050405020304" pitchFamily="18" charset="0"/>
                        </a:rPr>
                        <a:t> </a:t>
                      </a:r>
                    </a:p>
                  </a:txBody>
                  <a:tcPr marL="0" marR="5303" marT="3830" marB="0"/>
                </a:tc>
                <a:extLst>
                  <a:ext uri="{0D108BD9-81ED-4DB2-BD59-A6C34878D82A}">
                    <a16:rowId xmlns:a16="http://schemas.microsoft.com/office/drawing/2014/main" val="2906869618"/>
                  </a:ext>
                </a:extLst>
              </a:tr>
            </a:tbl>
          </a:graphicData>
        </a:graphic>
      </p:graphicFrame>
      <p:sp>
        <p:nvSpPr>
          <p:cNvPr id="3" name="Slide Number Placeholder 5">
            <a:extLst>
              <a:ext uri="{FF2B5EF4-FFF2-40B4-BE49-F238E27FC236}">
                <a16:creationId xmlns:a16="http://schemas.microsoft.com/office/drawing/2014/main" id="{44E1B8D8-D9D4-F30A-B797-E817E28BE121}"/>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6</a:t>
            </a:fld>
            <a:endParaRPr lang="en-US" sz="1400" b="0" strike="noStrike" spc="-1" dirty="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8F569AF-7EB4-C1CE-DDE6-C7CCD49D32F7}"/>
              </a:ext>
            </a:extLst>
          </p:cNvPr>
          <p:cNvGraphicFramePr>
            <a:graphicFrameLocks noGrp="1"/>
          </p:cNvGraphicFramePr>
          <p:nvPr>
            <p:extLst>
              <p:ext uri="{D42A27DB-BD31-4B8C-83A1-F6EECF244321}">
                <p14:modId xmlns:p14="http://schemas.microsoft.com/office/powerpoint/2010/main" val="822330772"/>
              </p:ext>
            </p:extLst>
          </p:nvPr>
        </p:nvGraphicFramePr>
        <p:xfrm>
          <a:off x="648929" y="1268360"/>
          <a:ext cx="7964127" cy="4471487"/>
        </p:xfrm>
        <a:graphic>
          <a:graphicData uri="http://schemas.openxmlformats.org/drawingml/2006/table">
            <a:tbl>
              <a:tblPr firstRow="1" firstCol="1" bandRow="1">
                <a:tableStyleId>{5C22544A-7EE6-4342-B048-85BDC9FD1C3A}</a:tableStyleId>
              </a:tblPr>
              <a:tblGrid>
                <a:gridCol w="666163">
                  <a:extLst>
                    <a:ext uri="{9D8B030D-6E8A-4147-A177-3AD203B41FA5}">
                      <a16:colId xmlns:a16="http://schemas.microsoft.com/office/drawing/2014/main" val="1277774636"/>
                    </a:ext>
                  </a:extLst>
                </a:gridCol>
                <a:gridCol w="1749920">
                  <a:extLst>
                    <a:ext uri="{9D8B030D-6E8A-4147-A177-3AD203B41FA5}">
                      <a16:colId xmlns:a16="http://schemas.microsoft.com/office/drawing/2014/main" val="13861882"/>
                    </a:ext>
                  </a:extLst>
                </a:gridCol>
                <a:gridCol w="1929555">
                  <a:extLst>
                    <a:ext uri="{9D8B030D-6E8A-4147-A177-3AD203B41FA5}">
                      <a16:colId xmlns:a16="http://schemas.microsoft.com/office/drawing/2014/main" val="2566736053"/>
                    </a:ext>
                  </a:extLst>
                </a:gridCol>
                <a:gridCol w="1806096">
                  <a:extLst>
                    <a:ext uri="{9D8B030D-6E8A-4147-A177-3AD203B41FA5}">
                      <a16:colId xmlns:a16="http://schemas.microsoft.com/office/drawing/2014/main" val="955022561"/>
                    </a:ext>
                  </a:extLst>
                </a:gridCol>
                <a:gridCol w="1812393">
                  <a:extLst>
                    <a:ext uri="{9D8B030D-6E8A-4147-A177-3AD203B41FA5}">
                      <a16:colId xmlns:a16="http://schemas.microsoft.com/office/drawing/2014/main" val="3604243532"/>
                    </a:ext>
                  </a:extLst>
                </a:gridCol>
              </a:tblGrid>
              <a:tr h="532370">
                <a:tc>
                  <a:txBody>
                    <a:bodyPr/>
                    <a:lstStyle/>
                    <a:p>
                      <a:pPr marL="635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Serial No.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48895" indent="-6350" algn="ctr">
                        <a:lnSpc>
                          <a:spcPct val="107000"/>
                        </a:lnSpc>
                        <a:spcAft>
                          <a:spcPts val="25"/>
                        </a:spcAft>
                      </a:pPr>
                      <a:r>
                        <a:rPr lang="en-IN" sz="1200" kern="100">
                          <a:effectLst/>
                          <a:latin typeface="Times New Roman" panose="02020603050405020304" pitchFamily="18" charset="0"/>
                          <a:cs typeface="Times New Roman" panose="02020603050405020304" pitchFamily="18" charset="0"/>
                        </a:rPr>
                        <a:t> </a:t>
                      </a:r>
                    </a:p>
                    <a:p>
                      <a:pPr marL="9525" indent="-6350" algn="ctr">
                        <a:lnSpc>
                          <a:spcPct val="107000"/>
                        </a:lnSpc>
                        <a:spcAft>
                          <a:spcPts val="25"/>
                        </a:spcAft>
                      </a:pPr>
                      <a:r>
                        <a:rPr lang="en-IN" sz="1200" kern="100">
                          <a:effectLst/>
                          <a:latin typeface="Times New Roman" panose="02020603050405020304" pitchFamily="18" charset="0"/>
                          <a:cs typeface="Times New Roman" panose="02020603050405020304" pitchFamily="18" charset="0"/>
                        </a:rPr>
                        <a:t>Topic </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46355" indent="-6350" algn="ctr">
                        <a:lnSpc>
                          <a:spcPct val="107000"/>
                        </a:lnSpc>
                        <a:spcAft>
                          <a:spcPts val="25"/>
                        </a:spcAft>
                      </a:pPr>
                      <a:r>
                        <a:rPr lang="en-IN" sz="1200" kern="100">
                          <a:effectLst/>
                          <a:latin typeface="Times New Roman" panose="02020603050405020304" pitchFamily="18" charset="0"/>
                          <a:cs typeface="Times New Roman" panose="02020603050405020304" pitchFamily="18" charset="0"/>
                        </a:rPr>
                        <a:t> </a:t>
                      </a:r>
                    </a:p>
                    <a:p>
                      <a:pPr marL="8890" indent="-6350" algn="ctr">
                        <a:lnSpc>
                          <a:spcPct val="107000"/>
                        </a:lnSpc>
                        <a:spcAft>
                          <a:spcPts val="25"/>
                        </a:spcAft>
                      </a:pPr>
                      <a:r>
                        <a:rPr lang="en-IN" sz="1200" kern="100">
                          <a:effectLst/>
                          <a:latin typeface="Times New Roman" panose="02020603050405020304" pitchFamily="18" charset="0"/>
                          <a:cs typeface="Times New Roman" panose="02020603050405020304" pitchFamily="18" charset="0"/>
                        </a:rPr>
                        <a:t>Author(s) </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4064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4064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Country &amp; Year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0795" indent="-6350" algn="ctr">
                        <a:lnSpc>
                          <a:spcPct val="107000"/>
                        </a:lnSpc>
                        <a:spcAft>
                          <a:spcPts val="25"/>
                        </a:spcAft>
                      </a:pPr>
                      <a:r>
                        <a:rPr lang="en-IN" sz="1200" kern="100" dirty="0">
                          <a:effectLst/>
                        </a:rPr>
                        <a:t>Research Gap</a:t>
                      </a:r>
                    </a:p>
                  </a:txBody>
                  <a:tcPr marL="0" marR="11430" marT="8255" marB="0" anchor="ctr"/>
                </a:tc>
                <a:extLst>
                  <a:ext uri="{0D108BD9-81ED-4DB2-BD59-A6C34878D82A}">
                    <a16:rowId xmlns:a16="http://schemas.microsoft.com/office/drawing/2014/main" val="2446328655"/>
                  </a:ext>
                </a:extLst>
              </a:tr>
              <a:tr h="1408151">
                <a:tc>
                  <a:txBody>
                    <a:bodyPr/>
                    <a:lstStyle/>
                    <a:p>
                      <a:pPr marL="2971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8.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Crypto-</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Ransomware</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Detection and</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Prevention</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Techniques and</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Tools A Survey(Journal)</a:t>
                      </a: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270" indent="-6350" algn="ctr">
                        <a:lnSpc>
                          <a:spcPct val="107000"/>
                        </a:lnSpc>
                        <a:spcAft>
                          <a:spcPts val="25"/>
                        </a:spcAft>
                      </a:pPr>
                      <a:r>
                        <a:rPr lang="en-IN" sz="1200" u="none" strike="noStrike" kern="100" dirty="0">
                          <a:effectLst/>
                          <a:latin typeface="Times New Roman" panose="02020603050405020304" pitchFamily="18" charset="0"/>
                          <a:cs typeface="Times New Roman" panose="02020603050405020304" pitchFamily="18" charset="0"/>
                          <a:hlinkClick r:id="rId2"/>
                        </a:rPr>
                        <a:t> </a:t>
                      </a:r>
                      <a:r>
                        <a:rPr lang="en-IN" sz="1200" kern="100" dirty="0" err="1">
                          <a:effectLst/>
                          <a:latin typeface="Times New Roman" panose="02020603050405020304" pitchFamily="18" charset="0"/>
                          <a:cs typeface="Times New Roman" panose="02020603050405020304" pitchFamily="18" charset="0"/>
                        </a:rPr>
                        <a:t>Alshaikh</a:t>
                      </a:r>
                      <a:r>
                        <a:rPr lang="en-IN" sz="1200" kern="100" dirty="0">
                          <a:effectLst/>
                          <a:latin typeface="Times New Roman" panose="02020603050405020304" pitchFamily="18" charset="0"/>
                          <a:cs typeface="Times New Roman" panose="02020603050405020304" pitchFamily="18" charset="0"/>
                        </a:rPr>
                        <a:t>, </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Hesham; </a:t>
                      </a:r>
                      <a:r>
                        <a:rPr lang="en-IN" sz="1200" kern="100" dirty="0" err="1">
                          <a:effectLst/>
                          <a:latin typeface="Times New Roman" panose="02020603050405020304" pitchFamily="18" charset="0"/>
                          <a:cs typeface="Times New Roman" panose="02020603050405020304" pitchFamily="18" charset="0"/>
                        </a:rPr>
                        <a:t>Hefny</a:t>
                      </a:r>
                      <a:r>
                        <a:rPr lang="en-IN" sz="1200" kern="100" dirty="0">
                          <a:effectLst/>
                          <a:latin typeface="Times New Roman" panose="02020603050405020304" pitchFamily="18" charset="0"/>
                          <a:cs typeface="Times New Roman" panose="02020603050405020304" pitchFamily="18" charset="0"/>
                        </a:rPr>
                        <a:t>, </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Hesham </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A.; Darwish, Nagy R.</a:t>
                      </a:r>
                    </a:p>
                    <a:p>
                      <a:pPr marL="68580" marR="4191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6858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Bahrain , 2023</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6350" marR="44450" indent="-6350" algn="ctr">
                        <a:lnSpc>
                          <a:spcPct val="107000"/>
                        </a:lnSpc>
                        <a:spcAft>
                          <a:spcPts val="25"/>
                        </a:spcAft>
                      </a:pPr>
                      <a:endParaRPr lang="en-IN" sz="1200" kern="100" dirty="0">
                        <a:solidFill>
                          <a:schemeClr val="dk1"/>
                        </a:solidFill>
                        <a:effectLst/>
                        <a:latin typeface="Times New Roman" panose="02020603050405020304" pitchFamily="18" charset="0"/>
                        <a:ea typeface="+mn-ea"/>
                        <a:cs typeface="Times New Roman" panose="02020603050405020304" pitchFamily="18" charset="0"/>
                      </a:endParaRPr>
                    </a:p>
                    <a:p>
                      <a:pPr marL="6350" marR="44450" indent="-6350" algn="ctr">
                        <a:lnSpc>
                          <a:spcPct val="107000"/>
                        </a:lnSpc>
                        <a:spcAft>
                          <a:spcPts val="25"/>
                        </a:spcAft>
                      </a:pPr>
                      <a:r>
                        <a:rPr lang="en-US" sz="1200" kern="100" dirty="0">
                          <a:solidFill>
                            <a:schemeClr val="dk1"/>
                          </a:solidFill>
                          <a:effectLst/>
                          <a:latin typeface="Times New Roman" panose="02020603050405020304" pitchFamily="18" charset="0"/>
                          <a:ea typeface="+mn-ea"/>
                          <a:cs typeface="Times New Roman" panose="02020603050405020304" pitchFamily="18" charset="0"/>
                        </a:rPr>
                        <a:t>Detection of New/Unknown Ransomware Strains</a:t>
                      </a:r>
                      <a:endParaRPr lang="en-IN" sz="1200" kern="100" dirty="0">
                        <a:solidFill>
                          <a:schemeClr val="dk1"/>
                        </a:solidFill>
                        <a:effectLst/>
                        <a:latin typeface="Times New Roman" panose="02020603050405020304" pitchFamily="18" charset="0"/>
                        <a:ea typeface="+mn-ea"/>
                        <a:cs typeface="Times New Roman" panose="02020603050405020304" pitchFamily="18" charset="0"/>
                      </a:endParaRPr>
                    </a:p>
                  </a:txBody>
                  <a:tcPr marL="0" marR="11430" marT="8255" marB="0"/>
                </a:tc>
                <a:extLst>
                  <a:ext uri="{0D108BD9-81ED-4DB2-BD59-A6C34878D82A}">
                    <a16:rowId xmlns:a16="http://schemas.microsoft.com/office/drawing/2014/main" val="4265664103"/>
                  </a:ext>
                </a:extLst>
              </a:tr>
              <a:tr h="1551289">
                <a:tc>
                  <a:txBody>
                    <a:bodyPr/>
                    <a:lstStyle/>
                    <a:p>
                      <a:pPr marL="297180" indent="-6350" algn="ctr">
                        <a:lnSpc>
                          <a:spcPct val="107000"/>
                        </a:lnSpc>
                        <a:spcAft>
                          <a:spcPts val="25"/>
                        </a:spcAft>
                      </a:pPr>
                      <a:r>
                        <a:rPr lang="en-IN" sz="1200" kern="100">
                          <a:effectLst/>
                          <a:latin typeface="Times New Roman" panose="02020603050405020304" pitchFamily="18" charset="0"/>
                          <a:cs typeface="Times New Roman" panose="02020603050405020304" pitchFamily="18" charset="0"/>
                        </a:rPr>
                        <a:t>9. </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27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Ransomware </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Early Detection </a:t>
                      </a: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Techniques (Journal)</a:t>
                      </a: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 </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270" marR="25400" indent="-6350" algn="ctr" defTabSz="914400" rtl="0" eaLnBrk="1" latinLnBrk="0" hangingPunct="1">
                        <a:lnSpc>
                          <a:spcPct val="107000"/>
                        </a:lnSpc>
                        <a:spcAft>
                          <a:spcPts val="25"/>
                        </a:spcAft>
                      </a:pPr>
                      <a:r>
                        <a:rPr lang="en-IN" sz="1200" kern="100" dirty="0">
                          <a:solidFill>
                            <a:schemeClr val="dk1"/>
                          </a:solidFill>
                          <a:effectLst/>
                          <a:latin typeface="Times New Roman" panose="02020603050405020304" pitchFamily="18" charset="0"/>
                          <a:ea typeface="+mn-ea"/>
                          <a:cs typeface="Times New Roman" panose="02020603050405020304" pitchFamily="18" charset="0"/>
                        </a:rPr>
                        <a:t>Asma a. </a:t>
                      </a:r>
                      <a:r>
                        <a:rPr lang="en-IN" sz="1200" kern="100" dirty="0" err="1">
                          <a:solidFill>
                            <a:schemeClr val="dk1"/>
                          </a:solidFill>
                          <a:effectLst/>
                          <a:latin typeface="Times New Roman" panose="02020603050405020304" pitchFamily="18" charset="0"/>
                          <a:ea typeface="+mn-ea"/>
                          <a:cs typeface="Times New Roman" panose="02020603050405020304" pitchFamily="18" charset="0"/>
                        </a:rPr>
                        <a:t>Alhashmi</a:t>
                      </a:r>
                      <a:r>
                        <a:rPr lang="en-IN" sz="1200" kern="100" dirty="0">
                          <a:solidFill>
                            <a:schemeClr val="dk1"/>
                          </a:solidFill>
                          <a:effectLst/>
                          <a:latin typeface="Times New Roman" panose="02020603050405020304" pitchFamily="18" charset="0"/>
                          <a:ea typeface="+mn-ea"/>
                          <a:cs typeface="Times New Roman" panose="02020603050405020304" pitchFamily="18" charset="0"/>
                        </a:rPr>
                        <a:t> , </a:t>
                      </a:r>
                      <a:r>
                        <a:rPr lang="en-IN" sz="1200" kern="100" dirty="0" err="1">
                          <a:solidFill>
                            <a:schemeClr val="dk1"/>
                          </a:solidFill>
                          <a:effectLst/>
                          <a:latin typeface="Times New Roman" panose="02020603050405020304" pitchFamily="18" charset="0"/>
                          <a:ea typeface="+mn-ea"/>
                          <a:cs typeface="Times New Roman" panose="02020603050405020304" pitchFamily="18" charset="0"/>
                        </a:rPr>
                        <a:t>Abdulbasit</a:t>
                      </a:r>
                      <a:r>
                        <a:rPr lang="en-IN" sz="1200" kern="100" dirty="0">
                          <a:solidFill>
                            <a:schemeClr val="dk1"/>
                          </a:solidFill>
                          <a:effectLst/>
                          <a:latin typeface="Times New Roman" panose="02020603050405020304" pitchFamily="18" charset="0"/>
                          <a:ea typeface="+mn-ea"/>
                          <a:cs typeface="Times New Roman" panose="02020603050405020304" pitchFamily="18" charset="0"/>
                        </a:rPr>
                        <a:t> a. </a:t>
                      </a:r>
                      <a:r>
                        <a:rPr lang="en-IN" sz="1200" kern="100" dirty="0" err="1">
                          <a:solidFill>
                            <a:schemeClr val="dk1"/>
                          </a:solidFill>
                          <a:effectLst/>
                          <a:latin typeface="Times New Roman" panose="02020603050405020304" pitchFamily="18" charset="0"/>
                          <a:ea typeface="+mn-ea"/>
                          <a:cs typeface="Times New Roman" panose="02020603050405020304" pitchFamily="18" charset="0"/>
                        </a:rPr>
                        <a:t>Darem</a:t>
                      </a:r>
                      <a:r>
                        <a:rPr lang="en-IN" sz="1200" kern="100" dirty="0">
                          <a:solidFill>
                            <a:schemeClr val="dk1"/>
                          </a:solidFill>
                          <a:effectLst/>
                          <a:latin typeface="Times New Roman" panose="02020603050405020304" pitchFamily="18" charset="0"/>
                          <a:ea typeface="+mn-ea"/>
                          <a:cs typeface="Times New Roman" panose="02020603050405020304" pitchFamily="18" charset="0"/>
                        </a:rPr>
                        <a:t> ,</a:t>
                      </a:r>
                    </a:p>
                    <a:p>
                      <a:pPr marL="1270" marR="25400" indent="-6350" algn="ctr" defTabSz="914400" rtl="0" eaLnBrk="1" latinLnBrk="0" hangingPunct="1">
                        <a:lnSpc>
                          <a:spcPct val="107000"/>
                        </a:lnSpc>
                        <a:spcAft>
                          <a:spcPts val="25"/>
                        </a:spcAft>
                      </a:pPr>
                      <a:r>
                        <a:rPr lang="en-IN" sz="1200" kern="100" dirty="0">
                          <a:solidFill>
                            <a:schemeClr val="dk1"/>
                          </a:solidFill>
                          <a:effectLst/>
                          <a:latin typeface="Times New Roman" panose="02020603050405020304" pitchFamily="18" charset="0"/>
                          <a:ea typeface="+mn-ea"/>
                          <a:cs typeface="Times New Roman" panose="02020603050405020304" pitchFamily="18" charset="0"/>
                        </a:rPr>
                        <a:t> Ahmed b. </a:t>
                      </a:r>
                      <a:r>
                        <a:rPr lang="en-IN" sz="1200" kern="100" dirty="0" err="1">
                          <a:solidFill>
                            <a:schemeClr val="dk1"/>
                          </a:solidFill>
                          <a:effectLst/>
                          <a:latin typeface="Times New Roman" panose="02020603050405020304" pitchFamily="18" charset="0"/>
                          <a:ea typeface="+mn-ea"/>
                          <a:cs typeface="Times New Roman" panose="02020603050405020304" pitchFamily="18" charset="0"/>
                        </a:rPr>
                        <a:t>Alshammari</a:t>
                      </a:r>
                      <a:r>
                        <a:rPr lang="en-IN" sz="1200" kern="100" dirty="0">
                          <a:solidFill>
                            <a:schemeClr val="dk1"/>
                          </a:solidFill>
                          <a:effectLst/>
                          <a:latin typeface="Times New Roman" panose="02020603050405020304" pitchFamily="18" charset="0"/>
                          <a:ea typeface="+mn-ea"/>
                          <a:cs typeface="Times New Roman" panose="02020603050405020304" pitchFamily="18" charset="0"/>
                        </a:rPr>
                        <a:t> , </a:t>
                      </a:r>
                    </a:p>
                    <a:p>
                      <a:pPr marL="1270" marR="25400" indent="-6350" algn="ctr" defTabSz="914400" rtl="0" eaLnBrk="1" latinLnBrk="0" hangingPunct="1">
                        <a:lnSpc>
                          <a:spcPct val="107000"/>
                        </a:lnSpc>
                        <a:spcAft>
                          <a:spcPts val="25"/>
                        </a:spcAft>
                      </a:pPr>
                      <a:r>
                        <a:rPr lang="en-IN" sz="1200" kern="100" dirty="0">
                          <a:solidFill>
                            <a:schemeClr val="dk1"/>
                          </a:solidFill>
                          <a:effectLst/>
                          <a:latin typeface="Times New Roman" panose="02020603050405020304" pitchFamily="18" charset="0"/>
                          <a:ea typeface="+mn-ea"/>
                          <a:cs typeface="Times New Roman" panose="02020603050405020304" pitchFamily="18" charset="0"/>
                        </a:rPr>
                        <a:t>Laith a. </a:t>
                      </a:r>
                      <a:r>
                        <a:rPr lang="en-IN" sz="1200" kern="100" dirty="0" err="1">
                          <a:solidFill>
                            <a:schemeClr val="dk1"/>
                          </a:solidFill>
                          <a:effectLst/>
                          <a:latin typeface="Times New Roman" panose="02020603050405020304" pitchFamily="18" charset="0"/>
                          <a:ea typeface="+mn-ea"/>
                          <a:cs typeface="Times New Roman" panose="02020603050405020304" pitchFamily="18" charset="0"/>
                        </a:rPr>
                        <a:t>Darem</a:t>
                      </a:r>
                      <a:r>
                        <a:rPr lang="en-IN" sz="1200" kern="100" dirty="0">
                          <a:solidFill>
                            <a:schemeClr val="dk1"/>
                          </a:solidFill>
                          <a:effectLst/>
                          <a:latin typeface="Times New Roman" panose="02020603050405020304" pitchFamily="18" charset="0"/>
                          <a:ea typeface="+mn-ea"/>
                          <a:cs typeface="Times New Roman" panose="02020603050405020304" pitchFamily="18" charset="0"/>
                        </a:rPr>
                        <a:t> , etc</a:t>
                      </a:r>
                    </a:p>
                  </a:txBody>
                  <a:tcPr marL="0" marR="11430" marT="8255" marB="0"/>
                </a:tc>
                <a:tc>
                  <a:txBody>
                    <a:bodyPr/>
                    <a:lstStyle/>
                    <a:p>
                      <a:pPr marL="6858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Saudi Arabia , 2024</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68580" indent="-6350" algn="ctr">
                        <a:lnSpc>
                          <a:spcPct val="107000"/>
                        </a:lnSpc>
                        <a:spcAft>
                          <a:spcPts val="25"/>
                        </a:spcAft>
                      </a:pPr>
                      <a:endParaRPr lang="en-IN" sz="1200" kern="100" dirty="0">
                        <a:solidFill>
                          <a:schemeClr val="dk1"/>
                        </a:solidFill>
                        <a:effectLst/>
                        <a:latin typeface="Times New Roman" panose="02020603050405020304" pitchFamily="18" charset="0"/>
                        <a:ea typeface="+mn-ea"/>
                        <a:cs typeface="Times New Roman" panose="02020603050405020304" pitchFamily="18" charset="0"/>
                      </a:endParaRPr>
                    </a:p>
                    <a:p>
                      <a:pPr marL="68580" indent="-6350" algn="ctr">
                        <a:lnSpc>
                          <a:spcPct val="107000"/>
                        </a:lnSpc>
                        <a:spcAft>
                          <a:spcPts val="25"/>
                        </a:spcAft>
                      </a:pPr>
                      <a:r>
                        <a:rPr lang="en-IN" sz="1200" kern="100" dirty="0">
                          <a:solidFill>
                            <a:schemeClr val="dk1"/>
                          </a:solidFill>
                          <a:effectLst/>
                          <a:latin typeface="Times New Roman" panose="02020603050405020304" pitchFamily="18" charset="0"/>
                          <a:ea typeface="+mn-ea"/>
                          <a:cs typeface="Times New Roman" panose="02020603050405020304" pitchFamily="18" charset="0"/>
                        </a:rPr>
                        <a:t>Unable to </a:t>
                      </a:r>
                    </a:p>
                    <a:p>
                      <a:pPr marL="68580" indent="-6350" algn="ctr">
                        <a:lnSpc>
                          <a:spcPct val="107000"/>
                        </a:lnSpc>
                        <a:spcAft>
                          <a:spcPts val="25"/>
                        </a:spcAft>
                      </a:pPr>
                      <a:r>
                        <a:rPr lang="en-IN" sz="1200" kern="100" dirty="0">
                          <a:solidFill>
                            <a:schemeClr val="dk1"/>
                          </a:solidFill>
                          <a:effectLst/>
                          <a:latin typeface="Times New Roman" panose="02020603050405020304" pitchFamily="18" charset="0"/>
                          <a:ea typeface="+mn-ea"/>
                          <a:cs typeface="Times New Roman" panose="02020603050405020304" pitchFamily="18" charset="0"/>
                        </a:rPr>
                        <a:t>Response in Real-Time</a:t>
                      </a:r>
                    </a:p>
                  </a:txBody>
                  <a:tcPr marL="0" marR="11430" marT="8255" marB="0"/>
                </a:tc>
                <a:extLst>
                  <a:ext uri="{0D108BD9-81ED-4DB2-BD59-A6C34878D82A}">
                    <a16:rowId xmlns:a16="http://schemas.microsoft.com/office/drawing/2014/main" val="3845044854"/>
                  </a:ext>
                </a:extLst>
              </a:tr>
              <a:tr h="979677">
                <a:tc>
                  <a:txBody>
                    <a:bodyPr/>
                    <a:lstStyle/>
                    <a:p>
                      <a:pPr marL="297180" indent="-6350" algn="ctr">
                        <a:lnSpc>
                          <a:spcPct val="107000"/>
                        </a:lnSpc>
                        <a:spcAft>
                          <a:spcPts val="25"/>
                        </a:spcAft>
                      </a:pPr>
                      <a:r>
                        <a:rPr lang="en-IN" sz="1200" kern="100">
                          <a:effectLst/>
                          <a:latin typeface="Times New Roman" panose="02020603050405020304" pitchFamily="18" charset="0"/>
                          <a:cs typeface="Times New Roman" panose="02020603050405020304" pitchFamily="18" charset="0"/>
                        </a:rPr>
                        <a:t>10. </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127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127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 Ransomware and </a:t>
                      </a: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phishing cyberattacks(Journal)</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6858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 Ali Hosseini</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68580" indent="-6350" algn="ctr">
                        <a:lnSpc>
                          <a:spcPct val="107000"/>
                        </a:lnSpc>
                        <a:spcAft>
                          <a:spcPts val="25"/>
                        </a:spcAft>
                      </a:pPr>
                      <a:endParaRPr lang="en-IN" sz="1200" kern="100" dirty="0">
                        <a:effectLst/>
                        <a:latin typeface="Times New Roman" panose="02020603050405020304" pitchFamily="18" charset="0"/>
                        <a:cs typeface="Times New Roman" panose="02020603050405020304" pitchFamily="18" charset="0"/>
                      </a:endParaRPr>
                    </a:p>
                    <a:p>
                      <a:pPr marL="68580" indent="-6350" algn="ctr">
                        <a:lnSpc>
                          <a:spcPct val="107000"/>
                        </a:lnSpc>
                        <a:spcAft>
                          <a:spcPts val="25"/>
                        </a:spcAft>
                      </a:pPr>
                      <a:r>
                        <a:rPr lang="en-IN" sz="1200" kern="100" dirty="0">
                          <a:effectLst/>
                          <a:latin typeface="Times New Roman" panose="02020603050405020304" pitchFamily="18" charset="0"/>
                          <a:cs typeface="Times New Roman" panose="02020603050405020304" pitchFamily="18" charset="0"/>
                        </a:rPr>
                        <a:t>Sweden , 2022</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1430" marT="8255" marB="0"/>
                </a:tc>
                <a:tc>
                  <a:txBody>
                    <a:bodyPr/>
                    <a:lstStyle/>
                    <a:p>
                      <a:pPr marL="68580" indent="-6350" algn="ctr">
                        <a:lnSpc>
                          <a:spcPct val="107000"/>
                        </a:lnSpc>
                        <a:spcAft>
                          <a:spcPts val="25"/>
                        </a:spcAft>
                      </a:pPr>
                      <a:endParaRPr lang="en-IN" sz="1200" kern="100" dirty="0">
                        <a:solidFill>
                          <a:schemeClr val="dk1"/>
                        </a:solidFill>
                        <a:effectLst/>
                        <a:latin typeface="Times New Roman" panose="02020603050405020304" pitchFamily="18" charset="0"/>
                        <a:ea typeface="+mn-ea"/>
                        <a:cs typeface="Times New Roman" panose="02020603050405020304" pitchFamily="18" charset="0"/>
                      </a:endParaRPr>
                    </a:p>
                    <a:p>
                      <a:pPr marL="68580" indent="-6350" algn="ctr">
                        <a:lnSpc>
                          <a:spcPct val="107000"/>
                        </a:lnSpc>
                        <a:spcAft>
                          <a:spcPts val="25"/>
                        </a:spcAft>
                      </a:pPr>
                      <a:r>
                        <a:rPr lang="en-US" sz="1200" kern="100" dirty="0">
                          <a:solidFill>
                            <a:schemeClr val="dk1"/>
                          </a:solidFill>
                          <a:effectLst/>
                          <a:latin typeface="Times New Roman" panose="02020603050405020304" pitchFamily="18" charset="0"/>
                          <a:ea typeface="+mn-ea"/>
                          <a:cs typeface="Times New Roman" panose="02020603050405020304" pitchFamily="18" charset="0"/>
                        </a:rPr>
                        <a:t>Detection of Sophisticated Phishing Techniques</a:t>
                      </a:r>
                      <a:endParaRPr lang="en-IN" sz="1200" kern="100" dirty="0">
                        <a:solidFill>
                          <a:schemeClr val="dk1"/>
                        </a:solidFill>
                        <a:effectLst/>
                        <a:latin typeface="Times New Roman" panose="02020603050405020304" pitchFamily="18" charset="0"/>
                        <a:ea typeface="+mn-ea"/>
                        <a:cs typeface="Times New Roman" panose="02020603050405020304" pitchFamily="18" charset="0"/>
                      </a:endParaRPr>
                    </a:p>
                  </a:txBody>
                  <a:tcPr marL="0" marR="11430" marT="8255" marB="0"/>
                </a:tc>
                <a:extLst>
                  <a:ext uri="{0D108BD9-81ED-4DB2-BD59-A6C34878D82A}">
                    <a16:rowId xmlns:a16="http://schemas.microsoft.com/office/drawing/2014/main" val="372546709"/>
                  </a:ext>
                </a:extLst>
              </a:tr>
            </a:tbl>
          </a:graphicData>
        </a:graphic>
      </p:graphicFrame>
      <p:sp>
        <p:nvSpPr>
          <p:cNvPr id="2" name="TextBox 1">
            <a:extLst>
              <a:ext uri="{FF2B5EF4-FFF2-40B4-BE49-F238E27FC236}">
                <a16:creationId xmlns:a16="http://schemas.microsoft.com/office/drawing/2014/main" id="{9EA0633D-3FAF-F8E6-9D76-25910C5EE5AA}"/>
              </a:ext>
            </a:extLst>
          </p:cNvPr>
          <p:cNvSpPr txBox="1"/>
          <p:nvPr/>
        </p:nvSpPr>
        <p:spPr>
          <a:xfrm>
            <a:off x="1435510" y="6125497"/>
            <a:ext cx="5663380" cy="800219"/>
          </a:xfrm>
          <a:prstGeom prst="rect">
            <a:avLst/>
          </a:prstGeom>
          <a:noFill/>
        </p:spPr>
        <p:txBody>
          <a:bodyPr wrap="square" rtlCol="0">
            <a:spAutoFit/>
          </a:bodyPr>
          <a:lstStyle/>
          <a:p>
            <a:pPr indent="0" algn="ctr">
              <a:lnSpc>
                <a:spcPct val="100000"/>
              </a:lnSpc>
              <a:buNone/>
            </a:pPr>
            <a:r>
              <a:rPr lang="en-US" sz="1400" b="1" spc="-1" dirty="0">
                <a:solidFill>
                  <a:srgbClr val="696464"/>
                </a:solidFill>
                <a:latin typeface="Perpetua"/>
              </a:rPr>
              <a:t>CSE , BVCOE, New Delhi                                                        </a:t>
            </a:r>
          </a:p>
          <a:p>
            <a:pPr indent="0" algn="ctr">
              <a:lnSpc>
                <a:spcPct val="100000"/>
              </a:lnSpc>
              <a:buNone/>
            </a:pPr>
            <a:r>
              <a:rPr lang="en-US" sz="1400" b="1" spc="-1" dirty="0">
                <a:solidFill>
                  <a:srgbClr val="696464"/>
                </a:solidFill>
                <a:latin typeface="Perpetua"/>
              </a:rPr>
              <a:t>Topic Name: RDPS  , Mentor Name: Mr. Mohit Tiwari</a:t>
            </a:r>
          </a:p>
          <a:p>
            <a:endParaRPr lang="en-IN" dirty="0"/>
          </a:p>
        </p:txBody>
      </p:sp>
      <p:sp>
        <p:nvSpPr>
          <p:cNvPr id="4" name="Slide Number Placeholder 5">
            <a:extLst>
              <a:ext uri="{FF2B5EF4-FFF2-40B4-BE49-F238E27FC236}">
                <a16:creationId xmlns:a16="http://schemas.microsoft.com/office/drawing/2014/main" id="{EFA5CF22-1FDE-A6AF-2DEF-51792D072D99}"/>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7</a:t>
            </a:fld>
            <a:endParaRPr lang="en-US" sz="1400" b="0" strike="noStrike" spc="-1" dirty="0">
              <a:solidFill>
                <a:srgbClr val="000000"/>
              </a:solidFill>
              <a:latin typeface="Arial"/>
            </a:endParaRPr>
          </a:p>
        </p:txBody>
      </p:sp>
    </p:spTree>
    <p:extLst>
      <p:ext uri="{BB962C8B-B14F-4D97-AF65-F5344CB8AC3E}">
        <p14:creationId xmlns:p14="http://schemas.microsoft.com/office/powerpoint/2010/main" val="4161787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C499-8D4E-1225-CA17-EEAF75BC0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94132-9CB8-26ED-AC50-EF84B71BAACE}"/>
              </a:ext>
            </a:extLst>
          </p:cNvPr>
          <p:cNvSpPr>
            <a:spLocks noGrp="1"/>
          </p:cNvSpPr>
          <p:nvPr>
            <p:ph type="title"/>
          </p:nvPr>
        </p:nvSpPr>
        <p:spPr>
          <a:xfrm>
            <a:off x="2501153" y="1014268"/>
            <a:ext cx="7772040" cy="1142640"/>
          </a:xfrm>
        </p:spPr>
        <p:txBody>
          <a:bodyPr/>
          <a:lstStyle/>
          <a:p>
            <a:r>
              <a:rPr lang="en-IN" dirty="0"/>
              <a:t>Methodology</a:t>
            </a:r>
          </a:p>
        </p:txBody>
      </p:sp>
      <p:sp>
        <p:nvSpPr>
          <p:cNvPr id="198" name="PlaceHolder 2">
            <a:extLst>
              <a:ext uri="{FF2B5EF4-FFF2-40B4-BE49-F238E27FC236}">
                <a16:creationId xmlns:a16="http://schemas.microsoft.com/office/drawing/2014/main" id="{FF49B592-E10B-455B-CC2B-F3DAEDD98DA4}"/>
              </a:ext>
            </a:extLst>
          </p:cNvPr>
          <p:cNvSpPr>
            <a:spLocks noGrp="1"/>
          </p:cNvSpPr>
          <p:nvPr>
            <p:ph idx="4294967295"/>
          </p:nvPr>
        </p:nvSpPr>
        <p:spPr>
          <a:xfrm>
            <a:off x="6780213" y="3948113"/>
            <a:ext cx="2363787" cy="1652587"/>
          </a:xfrm>
          <a:prstGeom prst="rect">
            <a:avLst/>
          </a:prstGeom>
          <a:noFill/>
          <a:ln w="0">
            <a:noFill/>
          </a:ln>
        </p:spPr>
        <p:txBody>
          <a:bodyPr lIns="90000" tIns="45000" rIns="90000" bIns="45000" anchor="t">
            <a:normAutofit fontScale="47500" lnSpcReduction="20000"/>
          </a:bodyPr>
          <a:lstStyle/>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1" spc="-1" dirty="0">
              <a:latin typeface="Perpetua"/>
            </a:endParaRPr>
          </a:p>
          <a:p>
            <a:pPr>
              <a:lnSpc>
                <a:spcPct val="100000"/>
              </a:lnSpc>
              <a:spcBef>
                <a:spcPts val="581"/>
              </a:spcBef>
              <a:buClr>
                <a:srgbClr val="D34817"/>
              </a:buClr>
              <a:buSzPct val="85000"/>
            </a:pPr>
            <a:endParaRPr lang="en-US" sz="2400" b="1" strike="noStrike" spc="-1" dirty="0">
              <a:latin typeface="Perpetua"/>
            </a:endParaRPr>
          </a:p>
          <a:p>
            <a:pPr>
              <a:lnSpc>
                <a:spcPct val="100000"/>
              </a:lnSpc>
              <a:spcBef>
                <a:spcPts val="581"/>
              </a:spcBef>
              <a:buClr>
                <a:srgbClr val="D34817"/>
              </a:buClr>
              <a:buSzPct val="85000"/>
            </a:pPr>
            <a:endParaRPr lang="en-US" sz="2400" b="0" strike="noStrike" spc="-1" dirty="0">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a:p>
            <a:pPr indent="0">
              <a:lnSpc>
                <a:spcPct val="100000"/>
              </a:lnSpc>
              <a:spcBef>
                <a:spcPts val="581"/>
              </a:spcBef>
              <a:buNone/>
            </a:pPr>
            <a:r>
              <a:rPr lang="en-US" sz="2400" b="1" strike="noStrike" spc="-1" dirty="0">
                <a:solidFill>
                  <a:srgbClr val="8B8B8B"/>
                </a:solidFill>
                <a:latin typeface="Perpetua"/>
              </a:rPr>
              <a:t> </a:t>
            </a:r>
            <a:endParaRPr lang="en-US" sz="2400" b="0" strike="noStrike" spc="-1" dirty="0">
              <a:solidFill>
                <a:srgbClr val="000000"/>
              </a:solidFill>
              <a:latin typeface="Perpetua"/>
            </a:endParaRPr>
          </a:p>
        </p:txBody>
      </p:sp>
      <p:sp>
        <p:nvSpPr>
          <p:cNvPr id="199" name="Slide Number Placeholder 5">
            <a:extLst>
              <a:ext uri="{FF2B5EF4-FFF2-40B4-BE49-F238E27FC236}">
                <a16:creationId xmlns:a16="http://schemas.microsoft.com/office/drawing/2014/main" id="{723F501B-C787-2C99-45C6-F04B6602DB97}"/>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8</a:t>
            </a:fld>
            <a:endParaRPr lang="en-US" sz="1400" b="0" strike="noStrike" spc="-1">
              <a:solidFill>
                <a:srgbClr val="000000"/>
              </a:solidFill>
              <a:latin typeface="Arial"/>
            </a:endParaRPr>
          </a:p>
        </p:txBody>
      </p:sp>
      <p:sp>
        <p:nvSpPr>
          <p:cNvPr id="200" name="TextBox 199">
            <a:extLst>
              <a:ext uri="{FF2B5EF4-FFF2-40B4-BE49-F238E27FC236}">
                <a16:creationId xmlns:a16="http://schemas.microsoft.com/office/drawing/2014/main" id="{2C0AA4A0-23AA-7248-A724-582F08748E10}"/>
              </a:ext>
            </a:extLst>
          </p:cNvPr>
          <p:cNvSpPr txBox="1"/>
          <p:nvPr/>
        </p:nvSpPr>
        <p:spPr>
          <a:xfrm>
            <a:off x="1743707" y="6221121"/>
            <a:ext cx="6101640" cy="575280"/>
          </a:xfrm>
          <a:prstGeom prst="rect">
            <a:avLst/>
          </a:prstGeom>
          <a:noFill/>
          <a:ln w="0">
            <a:noFill/>
          </a:ln>
        </p:spPr>
        <p:txBody>
          <a:bodyPr lIns="90000" tIns="45000" rIns="90000" bIns="45000" anchor="t">
            <a:noAutofit/>
          </a:body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sz="1400"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sp>
        <p:nvSpPr>
          <p:cNvPr id="4" name="Rectangle: Rounded Corners 3">
            <a:extLst>
              <a:ext uri="{FF2B5EF4-FFF2-40B4-BE49-F238E27FC236}">
                <a16:creationId xmlns:a16="http://schemas.microsoft.com/office/drawing/2014/main" id="{1729E304-5270-593A-4038-1136B01D8612}"/>
              </a:ext>
            </a:extLst>
          </p:cNvPr>
          <p:cNvSpPr/>
          <p:nvPr/>
        </p:nvSpPr>
        <p:spPr>
          <a:xfrm>
            <a:off x="603000" y="2657860"/>
            <a:ext cx="1898153" cy="9681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75CE563C-B0D4-F252-9D66-26CF75E125F4}"/>
              </a:ext>
            </a:extLst>
          </p:cNvPr>
          <p:cNvSpPr txBox="1"/>
          <p:nvPr/>
        </p:nvSpPr>
        <p:spPr>
          <a:xfrm>
            <a:off x="726141" y="2836457"/>
            <a:ext cx="1627094" cy="646331"/>
          </a:xfrm>
          <a:prstGeom prst="rect">
            <a:avLst/>
          </a:prstGeom>
          <a:noFill/>
        </p:spPr>
        <p:txBody>
          <a:bodyPr wrap="square" rtlCol="0">
            <a:spAutoFit/>
          </a:bodyPr>
          <a:lstStyle/>
          <a:p>
            <a:pPr algn="ctr"/>
            <a:r>
              <a:rPr lang="en-IN" dirty="0">
                <a:solidFill>
                  <a:schemeClr val="bg2"/>
                </a:solidFill>
              </a:rPr>
              <a:t>Detection Layer</a:t>
            </a:r>
          </a:p>
        </p:txBody>
      </p:sp>
      <p:sp>
        <p:nvSpPr>
          <p:cNvPr id="7" name="Rectangle: Rounded Corners 6">
            <a:extLst>
              <a:ext uri="{FF2B5EF4-FFF2-40B4-BE49-F238E27FC236}">
                <a16:creationId xmlns:a16="http://schemas.microsoft.com/office/drawing/2014/main" id="{A17C27A7-F6AE-2BE8-62FF-018E9FA29BC1}"/>
              </a:ext>
            </a:extLst>
          </p:cNvPr>
          <p:cNvSpPr/>
          <p:nvPr/>
        </p:nvSpPr>
        <p:spPr>
          <a:xfrm>
            <a:off x="1227695" y="3948113"/>
            <a:ext cx="1898153" cy="9681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FE43BFBE-9982-2E99-7BAB-10B4050EB556}"/>
              </a:ext>
            </a:extLst>
          </p:cNvPr>
          <p:cNvSpPr/>
          <p:nvPr/>
        </p:nvSpPr>
        <p:spPr>
          <a:xfrm>
            <a:off x="2174265" y="5126074"/>
            <a:ext cx="1898153" cy="9681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2" name="Straight Arrow Connector 11">
            <a:extLst>
              <a:ext uri="{FF2B5EF4-FFF2-40B4-BE49-F238E27FC236}">
                <a16:creationId xmlns:a16="http://schemas.microsoft.com/office/drawing/2014/main" id="{2C2C5B8C-C876-5853-20E3-824FAF0D2F7E}"/>
              </a:ext>
            </a:extLst>
          </p:cNvPr>
          <p:cNvCxnSpPr/>
          <p:nvPr/>
        </p:nvCxnSpPr>
        <p:spPr>
          <a:xfrm>
            <a:off x="3644153" y="4432207"/>
            <a:ext cx="1021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E5F6248-4760-2D1F-019F-947217E40CF5}"/>
              </a:ext>
            </a:extLst>
          </p:cNvPr>
          <p:cNvCxnSpPr/>
          <p:nvPr/>
        </p:nvCxnSpPr>
        <p:spPr>
          <a:xfrm>
            <a:off x="2896374" y="3141954"/>
            <a:ext cx="949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07C43B3-84DF-63B1-F8E2-9C4F020D2542}"/>
              </a:ext>
            </a:extLst>
          </p:cNvPr>
          <p:cNvCxnSpPr/>
          <p:nvPr/>
        </p:nvCxnSpPr>
        <p:spPr>
          <a:xfrm>
            <a:off x="4479172" y="5594954"/>
            <a:ext cx="949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AF4F367-9ECF-8BA0-5099-4D7B9C22263E}"/>
              </a:ext>
            </a:extLst>
          </p:cNvPr>
          <p:cNvSpPr/>
          <p:nvPr/>
        </p:nvSpPr>
        <p:spPr>
          <a:xfrm>
            <a:off x="4457700" y="2657860"/>
            <a:ext cx="3387647" cy="968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73C628B5-256A-617A-3471-525581D2D0FA}"/>
              </a:ext>
            </a:extLst>
          </p:cNvPr>
          <p:cNvSpPr/>
          <p:nvPr/>
        </p:nvSpPr>
        <p:spPr>
          <a:xfrm>
            <a:off x="4950859" y="3978135"/>
            <a:ext cx="3387647" cy="968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20358EE3-5183-C5E2-E955-510010B28754}"/>
              </a:ext>
            </a:extLst>
          </p:cNvPr>
          <p:cNvSpPr/>
          <p:nvPr/>
        </p:nvSpPr>
        <p:spPr>
          <a:xfrm>
            <a:off x="5563778" y="5189510"/>
            <a:ext cx="3387647" cy="968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TextBox 18">
            <a:extLst>
              <a:ext uri="{FF2B5EF4-FFF2-40B4-BE49-F238E27FC236}">
                <a16:creationId xmlns:a16="http://schemas.microsoft.com/office/drawing/2014/main" id="{1FCBE30E-AC29-7CA0-C523-CA59BC6C5D45}"/>
              </a:ext>
            </a:extLst>
          </p:cNvPr>
          <p:cNvSpPr txBox="1"/>
          <p:nvPr/>
        </p:nvSpPr>
        <p:spPr>
          <a:xfrm>
            <a:off x="4568188" y="2607741"/>
            <a:ext cx="2964283" cy="1323439"/>
          </a:xfrm>
          <a:prstGeom prst="rect">
            <a:avLst/>
          </a:prstGeom>
          <a:noFill/>
        </p:spPr>
        <p:txBody>
          <a:bodyPr wrap="square" rtlCol="0">
            <a:spAutoFit/>
          </a:bodyPr>
          <a:lstStyle/>
          <a:p>
            <a:pPr marL="285750" indent="-285750">
              <a:buFont typeface="Arial" panose="020B0604020202020204" pitchFamily="34" charset="0"/>
              <a:buChar char="•"/>
            </a:pPr>
            <a:r>
              <a:rPr lang="en-IN" sz="1600" dirty="0"/>
              <a:t>Feature extraction</a:t>
            </a:r>
          </a:p>
          <a:p>
            <a:pPr marL="285750" indent="-285750">
              <a:buFont typeface="Arial" panose="020B0604020202020204" pitchFamily="34" charset="0"/>
              <a:buChar char="•"/>
            </a:pPr>
            <a:r>
              <a:rPr lang="en-IN" sz="1600" dirty="0"/>
              <a:t>Graph construction</a:t>
            </a:r>
          </a:p>
          <a:p>
            <a:pPr marL="285750" indent="-285750">
              <a:buFont typeface="Arial" panose="020B0604020202020204" pitchFamily="34" charset="0"/>
              <a:buChar char="•"/>
            </a:pPr>
            <a:r>
              <a:rPr lang="en-IN" sz="1600" dirty="0"/>
              <a:t>Model inference</a:t>
            </a:r>
          </a:p>
          <a:p>
            <a:pPr marL="285750" indent="-285750">
              <a:buFont typeface="Arial" panose="020B0604020202020204" pitchFamily="34" charset="0"/>
              <a:buChar char="•"/>
            </a:pPr>
            <a:r>
              <a:rPr lang="en-IN" sz="1600" dirty="0"/>
              <a:t>Threshold-based decision</a:t>
            </a:r>
          </a:p>
          <a:p>
            <a:pPr marL="285750" indent="-285750">
              <a:buFont typeface="Arial" panose="020B0604020202020204" pitchFamily="34" charset="0"/>
              <a:buChar char="•"/>
            </a:pPr>
            <a:endParaRPr lang="en-IN" sz="1600" dirty="0"/>
          </a:p>
        </p:txBody>
      </p:sp>
      <p:sp>
        <p:nvSpPr>
          <p:cNvPr id="20" name="TextBox 19">
            <a:extLst>
              <a:ext uri="{FF2B5EF4-FFF2-40B4-BE49-F238E27FC236}">
                <a16:creationId xmlns:a16="http://schemas.microsoft.com/office/drawing/2014/main" id="{56FC14AD-F8B7-403C-89CB-593BB7748634}"/>
              </a:ext>
            </a:extLst>
          </p:cNvPr>
          <p:cNvSpPr txBox="1"/>
          <p:nvPr/>
        </p:nvSpPr>
        <p:spPr>
          <a:xfrm>
            <a:off x="5513961" y="5205985"/>
            <a:ext cx="3387647"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Automatically block malicious traffic sources</a:t>
            </a:r>
          </a:p>
          <a:p>
            <a:pPr marL="285750" indent="-285750">
              <a:buFont typeface="Arial" panose="020B0604020202020204" pitchFamily="34" charset="0"/>
              <a:buChar char="•"/>
            </a:pPr>
            <a:r>
              <a:rPr lang="en-US" sz="1600" dirty="0"/>
              <a:t>Supports (iptables) &amp; (Windows Firewall)</a:t>
            </a:r>
            <a:endParaRPr lang="en-IN" sz="1600" dirty="0"/>
          </a:p>
          <a:p>
            <a:pPr marL="285750" indent="-285750">
              <a:buFont typeface="Arial" panose="020B0604020202020204" pitchFamily="34" charset="0"/>
              <a:buChar char="•"/>
            </a:pPr>
            <a:endParaRPr lang="en-IN" sz="1600" dirty="0"/>
          </a:p>
        </p:txBody>
      </p:sp>
      <p:sp>
        <p:nvSpPr>
          <p:cNvPr id="8" name="TextBox 7">
            <a:extLst>
              <a:ext uri="{FF2B5EF4-FFF2-40B4-BE49-F238E27FC236}">
                <a16:creationId xmlns:a16="http://schemas.microsoft.com/office/drawing/2014/main" id="{1B641225-1289-C752-2404-8CC78669145C}"/>
              </a:ext>
            </a:extLst>
          </p:cNvPr>
          <p:cNvSpPr txBox="1"/>
          <p:nvPr/>
        </p:nvSpPr>
        <p:spPr>
          <a:xfrm>
            <a:off x="2216243" y="5293929"/>
            <a:ext cx="1627094" cy="646331"/>
          </a:xfrm>
          <a:prstGeom prst="rect">
            <a:avLst/>
          </a:prstGeom>
          <a:noFill/>
        </p:spPr>
        <p:txBody>
          <a:bodyPr wrap="square" rtlCol="0">
            <a:spAutoFit/>
          </a:bodyPr>
          <a:lstStyle/>
          <a:p>
            <a:pPr algn="ctr"/>
            <a:r>
              <a:rPr lang="en-IN" dirty="0">
                <a:solidFill>
                  <a:schemeClr val="bg2"/>
                </a:solidFill>
              </a:rPr>
              <a:t>Prevention</a:t>
            </a:r>
          </a:p>
          <a:p>
            <a:pPr algn="ctr"/>
            <a:r>
              <a:rPr lang="en-IN" dirty="0">
                <a:solidFill>
                  <a:schemeClr val="bg2"/>
                </a:solidFill>
              </a:rPr>
              <a:t>Layer</a:t>
            </a:r>
          </a:p>
        </p:txBody>
      </p:sp>
      <p:sp>
        <p:nvSpPr>
          <p:cNvPr id="23" name="TextBox 22">
            <a:extLst>
              <a:ext uri="{FF2B5EF4-FFF2-40B4-BE49-F238E27FC236}">
                <a16:creationId xmlns:a16="http://schemas.microsoft.com/office/drawing/2014/main" id="{72647CC9-EEB0-2AB5-1B09-E4D2E8A9FFB3}"/>
              </a:ext>
            </a:extLst>
          </p:cNvPr>
          <p:cNvSpPr txBox="1"/>
          <p:nvPr/>
        </p:nvSpPr>
        <p:spPr>
          <a:xfrm>
            <a:off x="1402696" y="4141027"/>
            <a:ext cx="1627094" cy="646331"/>
          </a:xfrm>
          <a:prstGeom prst="rect">
            <a:avLst/>
          </a:prstGeom>
          <a:noFill/>
        </p:spPr>
        <p:txBody>
          <a:bodyPr wrap="square" rtlCol="0">
            <a:spAutoFit/>
          </a:bodyPr>
          <a:lstStyle/>
          <a:p>
            <a:pPr algn="ctr"/>
            <a:r>
              <a:rPr lang="en-IN" dirty="0">
                <a:solidFill>
                  <a:schemeClr val="bg2"/>
                </a:solidFill>
              </a:rPr>
              <a:t>Alert &amp; Logging</a:t>
            </a:r>
          </a:p>
        </p:txBody>
      </p:sp>
      <p:sp>
        <p:nvSpPr>
          <p:cNvPr id="24" name="TextBox 23">
            <a:extLst>
              <a:ext uri="{FF2B5EF4-FFF2-40B4-BE49-F238E27FC236}">
                <a16:creationId xmlns:a16="http://schemas.microsoft.com/office/drawing/2014/main" id="{219A4331-D904-35FD-EEEB-D3C08AC1EE62}"/>
              </a:ext>
            </a:extLst>
          </p:cNvPr>
          <p:cNvSpPr txBox="1"/>
          <p:nvPr/>
        </p:nvSpPr>
        <p:spPr>
          <a:xfrm>
            <a:off x="5109589" y="4003225"/>
            <a:ext cx="3210905" cy="830997"/>
          </a:xfrm>
          <a:prstGeom prst="rect">
            <a:avLst/>
          </a:prstGeom>
          <a:noFill/>
        </p:spPr>
        <p:txBody>
          <a:bodyPr wrap="square" rtlCol="0">
            <a:spAutoFit/>
          </a:bodyPr>
          <a:lstStyle/>
          <a:p>
            <a:pPr marL="285750" indent="-285750">
              <a:buFont typeface="Arial" panose="020B0604020202020204" pitchFamily="34" charset="0"/>
              <a:buChar char="•"/>
            </a:pPr>
            <a:r>
              <a:rPr lang="en-IN" sz="1600" dirty="0"/>
              <a:t>Console</a:t>
            </a:r>
          </a:p>
          <a:p>
            <a:pPr marL="285750" indent="-285750">
              <a:buFont typeface="Arial" panose="020B0604020202020204" pitchFamily="34" charset="0"/>
              <a:buChar char="•"/>
            </a:pPr>
            <a:r>
              <a:rPr lang="en-IN" sz="1600" dirty="0"/>
              <a:t>Log file</a:t>
            </a:r>
          </a:p>
          <a:p>
            <a:pPr marL="285750" indent="-285750">
              <a:buFont typeface="Arial" panose="020B0604020202020204" pitchFamily="34" charset="0"/>
              <a:buChar char="•"/>
            </a:pPr>
            <a:r>
              <a:rPr lang="en-IN" sz="1600" dirty="0"/>
              <a:t>Database</a:t>
            </a:r>
          </a:p>
        </p:txBody>
      </p:sp>
    </p:spTree>
    <p:extLst>
      <p:ext uri="{BB962C8B-B14F-4D97-AF65-F5344CB8AC3E}">
        <p14:creationId xmlns:p14="http://schemas.microsoft.com/office/powerpoint/2010/main" val="1915863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DB042-0AD5-A8A3-4601-4D618F5F39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C7A325-AE36-AC91-284D-B3E2C8D0AA3A}"/>
              </a:ext>
            </a:extLst>
          </p:cNvPr>
          <p:cNvSpPr txBox="1"/>
          <p:nvPr/>
        </p:nvSpPr>
        <p:spPr>
          <a:xfrm>
            <a:off x="1818967" y="6233652"/>
            <a:ext cx="4975123" cy="584775"/>
          </a:xfrm>
          <a:prstGeom prst="rect">
            <a:avLst/>
          </a:prstGeom>
          <a:noFill/>
        </p:spPr>
        <p:txBody>
          <a:bodyPr wrap="square" rtlCol="0">
            <a:spAutoFit/>
          </a:bodyPr>
          <a:lstStyle/>
          <a:p>
            <a:pPr indent="0" algn="ctr">
              <a:lnSpc>
                <a:spcPct val="100000"/>
              </a:lnSpc>
              <a:buNone/>
            </a:pPr>
            <a:r>
              <a:rPr lang="en-US" sz="1400" b="1" spc="-1" dirty="0">
                <a:solidFill>
                  <a:srgbClr val="696464"/>
                </a:solidFill>
                <a:latin typeface="Perpetua"/>
              </a:rPr>
              <a:t>CSE , BVCOE, New Delhi                                                        </a:t>
            </a:r>
          </a:p>
          <a:p>
            <a:pPr indent="0" algn="ctr">
              <a:lnSpc>
                <a:spcPct val="100000"/>
              </a:lnSpc>
              <a:buNone/>
            </a:pPr>
            <a:r>
              <a:rPr lang="en-US" sz="1400" b="1" spc="-1" dirty="0">
                <a:solidFill>
                  <a:srgbClr val="696464"/>
                </a:solidFill>
                <a:latin typeface="Perpetua"/>
              </a:rPr>
              <a:t>Topic Name: RDPS  , Mentor Name: Mr. Mohit Tiwari</a:t>
            </a:r>
            <a:r>
              <a:rPr lang="en-IN" dirty="0"/>
              <a:t>	</a:t>
            </a:r>
          </a:p>
        </p:txBody>
      </p:sp>
      <p:sp>
        <p:nvSpPr>
          <p:cNvPr id="4" name="TextBox 3">
            <a:extLst>
              <a:ext uri="{FF2B5EF4-FFF2-40B4-BE49-F238E27FC236}">
                <a16:creationId xmlns:a16="http://schemas.microsoft.com/office/drawing/2014/main" id="{6F9FFEC2-3261-17F0-D9C1-7B67BC646D8A}"/>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C6EBA953-EFC9-2F0B-1E3A-FBF0853D01D3}"/>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9</a:t>
            </a:fld>
            <a:endParaRPr lang="en-US" sz="1400" b="0" strike="noStrike" spc="-1" dirty="0">
              <a:solidFill>
                <a:srgbClr val="000000"/>
              </a:solidFill>
              <a:latin typeface="Arial"/>
            </a:endParaRPr>
          </a:p>
        </p:txBody>
      </p:sp>
      <p:pic>
        <p:nvPicPr>
          <p:cNvPr id="6" name="Picture 5">
            <a:extLst>
              <a:ext uri="{FF2B5EF4-FFF2-40B4-BE49-F238E27FC236}">
                <a16:creationId xmlns:a16="http://schemas.microsoft.com/office/drawing/2014/main" id="{414EC06D-1CEC-BC6E-5509-6A7E62E89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620" y="1395455"/>
            <a:ext cx="7657653" cy="4067090"/>
          </a:xfrm>
          <a:prstGeom prst="rect">
            <a:avLst/>
          </a:prstGeom>
        </p:spPr>
      </p:pic>
    </p:spTree>
    <p:extLst>
      <p:ext uri="{BB962C8B-B14F-4D97-AF65-F5344CB8AC3E}">
        <p14:creationId xmlns:p14="http://schemas.microsoft.com/office/powerpoint/2010/main" val="2370706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B4AE2-8466-3763-C763-FB0C5BDEC227}"/>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A8117664-9C57-56BB-2968-CAED831ABDF6}"/>
              </a:ext>
            </a:extLst>
          </p:cNvPr>
          <p:cNvSpPr/>
          <p:nvPr/>
        </p:nvSpPr>
        <p:spPr>
          <a:xfrm>
            <a:off x="374579" y="4531834"/>
            <a:ext cx="8648397" cy="139890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FC9225E8-18BE-B6AC-6DFB-4BF54DE0091D}"/>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7216446A-60E2-F133-28F7-09531958BF80}"/>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pPr algn="ctr">
                <a:lnSpc>
                  <a:spcPct val="100000"/>
                </a:lnSpc>
              </a:pPr>
              <a:t>10</a:t>
            </a:fld>
            <a:endParaRPr lang="en-US" sz="1400" b="0" strike="noStrike" spc="-1" dirty="0">
              <a:solidFill>
                <a:srgbClr val="000000"/>
              </a:solidFill>
              <a:latin typeface="Arial"/>
            </a:endParaRPr>
          </a:p>
        </p:txBody>
      </p:sp>
      <p:pic>
        <p:nvPicPr>
          <p:cNvPr id="7" name="Picture 6">
            <a:extLst>
              <a:ext uri="{FF2B5EF4-FFF2-40B4-BE49-F238E27FC236}">
                <a16:creationId xmlns:a16="http://schemas.microsoft.com/office/drawing/2014/main" id="{DECF996C-4ACD-9998-571D-5A36F94DFC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000" y="1357985"/>
            <a:ext cx="8320526" cy="2971139"/>
          </a:xfrm>
          <a:prstGeom prst="rect">
            <a:avLst/>
          </a:prstGeom>
        </p:spPr>
      </p:pic>
      <p:sp>
        <p:nvSpPr>
          <p:cNvPr id="9" name="TextBox 8">
            <a:extLst>
              <a:ext uri="{FF2B5EF4-FFF2-40B4-BE49-F238E27FC236}">
                <a16:creationId xmlns:a16="http://schemas.microsoft.com/office/drawing/2014/main" id="{D55A1F66-A147-5407-DC9B-E3329D0547A2}"/>
              </a:ext>
            </a:extLst>
          </p:cNvPr>
          <p:cNvSpPr txBox="1"/>
          <p:nvPr/>
        </p:nvSpPr>
        <p:spPr>
          <a:xfrm>
            <a:off x="420352" y="4607301"/>
            <a:ext cx="2964283"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system is scalable and can handle a significant volume of network data in real-time.</a:t>
            </a:r>
            <a:endParaRPr lang="en-IN" sz="1600" dirty="0"/>
          </a:p>
        </p:txBody>
      </p:sp>
      <p:sp>
        <p:nvSpPr>
          <p:cNvPr id="10" name="TextBox 9">
            <a:extLst>
              <a:ext uri="{FF2B5EF4-FFF2-40B4-BE49-F238E27FC236}">
                <a16:creationId xmlns:a16="http://schemas.microsoft.com/office/drawing/2014/main" id="{0456F4C1-086B-FCD9-EE3A-AD0060B864BC}"/>
              </a:ext>
            </a:extLst>
          </p:cNvPr>
          <p:cNvSpPr txBox="1"/>
          <p:nvPr/>
        </p:nvSpPr>
        <p:spPr>
          <a:xfrm>
            <a:off x="3293311" y="4607301"/>
            <a:ext cx="2964283"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Each threat is identified with a high </a:t>
            </a:r>
            <a:r>
              <a:rPr lang="en-US" sz="1600" b="1" dirty="0"/>
              <a:t>confidence score</a:t>
            </a:r>
            <a:r>
              <a:rPr lang="en-US" sz="1600" dirty="0"/>
              <a:t> (e.g., 98%), demonstrating the reliability of our AI model.</a:t>
            </a:r>
            <a:endParaRPr lang="en-IN" sz="1600" dirty="0"/>
          </a:p>
        </p:txBody>
      </p:sp>
      <p:sp>
        <p:nvSpPr>
          <p:cNvPr id="13" name="TextBox 12">
            <a:extLst>
              <a:ext uri="{FF2B5EF4-FFF2-40B4-BE49-F238E27FC236}">
                <a16:creationId xmlns:a16="http://schemas.microsoft.com/office/drawing/2014/main" id="{BA88AB34-EE3B-C8AD-D37C-02ED8DFBDBBD}"/>
              </a:ext>
            </a:extLst>
          </p:cNvPr>
          <p:cNvSpPr txBox="1"/>
          <p:nvPr/>
        </p:nvSpPr>
        <p:spPr>
          <a:xfrm>
            <a:off x="5959243" y="4607300"/>
            <a:ext cx="2964283"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For critical threats, the system's response is immediate and automated, as shown by the </a:t>
            </a:r>
            <a:r>
              <a:rPr lang="en-US" sz="1600" b="1" dirty="0"/>
              <a:t>"BLOCKED"</a:t>
            </a:r>
            <a:r>
              <a:rPr lang="en-US" sz="1600" dirty="0"/>
              <a:t> status.</a:t>
            </a:r>
            <a:endParaRPr lang="en-IN" sz="1600" dirty="0"/>
          </a:p>
        </p:txBody>
      </p:sp>
    </p:spTree>
    <p:extLst>
      <p:ext uri="{BB962C8B-B14F-4D97-AF65-F5344CB8AC3E}">
        <p14:creationId xmlns:p14="http://schemas.microsoft.com/office/powerpoint/2010/main" val="2068331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382B2-D4B5-CC1A-1813-7F95874A72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936F22-7D78-D44C-2B2B-9F5B85A22DEE}"/>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EF2B92FE-D009-2EE6-3862-61A80D676201}"/>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11</a:t>
            </a:fld>
            <a:endParaRPr lang="en-US" sz="1400" b="0" strike="noStrike" spc="-1" dirty="0">
              <a:solidFill>
                <a:srgbClr val="000000"/>
              </a:solidFill>
              <a:latin typeface="Arial"/>
            </a:endParaRPr>
          </a:p>
        </p:txBody>
      </p:sp>
      <p:sp>
        <p:nvSpPr>
          <p:cNvPr id="12" name="Rectangle: Rounded Corners 11">
            <a:extLst>
              <a:ext uri="{FF2B5EF4-FFF2-40B4-BE49-F238E27FC236}">
                <a16:creationId xmlns:a16="http://schemas.microsoft.com/office/drawing/2014/main" id="{02FFEC73-5EBF-6647-AC0A-676EEDFB4857}"/>
              </a:ext>
            </a:extLst>
          </p:cNvPr>
          <p:cNvSpPr/>
          <p:nvPr/>
        </p:nvSpPr>
        <p:spPr>
          <a:xfrm>
            <a:off x="1338486" y="3898991"/>
            <a:ext cx="1512290" cy="22198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7" name="Picture 6">
            <a:extLst>
              <a:ext uri="{FF2B5EF4-FFF2-40B4-BE49-F238E27FC236}">
                <a16:creationId xmlns:a16="http://schemas.microsoft.com/office/drawing/2014/main" id="{9C9F0F18-07DA-DAD3-0277-040F1A6E79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8434" y="1046209"/>
            <a:ext cx="3551961" cy="2664861"/>
          </a:xfrm>
          <a:prstGeom prst="rect">
            <a:avLst/>
          </a:prstGeom>
        </p:spPr>
      </p:pic>
      <p:sp>
        <p:nvSpPr>
          <p:cNvPr id="8" name="TextBox 7">
            <a:extLst>
              <a:ext uri="{FF2B5EF4-FFF2-40B4-BE49-F238E27FC236}">
                <a16:creationId xmlns:a16="http://schemas.microsoft.com/office/drawing/2014/main" id="{B14843B0-633A-BB2D-E505-4F939C002ED2}"/>
              </a:ext>
            </a:extLst>
          </p:cNvPr>
          <p:cNvSpPr txBox="1"/>
          <p:nvPr/>
        </p:nvSpPr>
        <p:spPr>
          <a:xfrm>
            <a:off x="6936459" y="2266265"/>
            <a:ext cx="1809820" cy="646331"/>
          </a:xfrm>
          <a:prstGeom prst="rect">
            <a:avLst/>
          </a:prstGeom>
          <a:noFill/>
        </p:spPr>
        <p:txBody>
          <a:bodyPr wrap="square" rtlCol="0">
            <a:spAutoFit/>
          </a:bodyPr>
          <a:lstStyle/>
          <a:p>
            <a:endParaRPr lang="en-US" dirty="0"/>
          </a:p>
          <a:p>
            <a:r>
              <a:rPr lang="en-US" dirty="0"/>
              <a:t>.</a:t>
            </a:r>
            <a:endParaRPr lang="en-IN" dirty="0"/>
          </a:p>
        </p:txBody>
      </p:sp>
      <p:sp>
        <p:nvSpPr>
          <p:cNvPr id="9" name="TextBox 8">
            <a:extLst>
              <a:ext uri="{FF2B5EF4-FFF2-40B4-BE49-F238E27FC236}">
                <a16:creationId xmlns:a16="http://schemas.microsoft.com/office/drawing/2014/main" id="{8B2DCF00-C42C-BCF6-70BA-AF9D6BC6F706}"/>
              </a:ext>
            </a:extLst>
          </p:cNvPr>
          <p:cNvSpPr txBox="1"/>
          <p:nvPr/>
        </p:nvSpPr>
        <p:spPr>
          <a:xfrm>
            <a:off x="1327831" y="4025948"/>
            <a:ext cx="1522945" cy="2092881"/>
          </a:xfrm>
          <a:prstGeom prst="rect">
            <a:avLst/>
          </a:prstGeom>
          <a:noFill/>
        </p:spPr>
        <p:txBody>
          <a:bodyPr wrap="square" rtlCol="0">
            <a:spAutoFit/>
          </a:bodyPr>
          <a:lstStyle/>
          <a:p>
            <a:pPr marL="285750" indent="-285750">
              <a:buFont typeface="Arial" panose="020B0604020202020204" pitchFamily="34" charset="0"/>
              <a:buChar char="•"/>
            </a:pPr>
            <a:r>
              <a:rPr lang="en-IN" sz="1300" dirty="0"/>
              <a:t>Binary  classification</a:t>
            </a:r>
          </a:p>
          <a:p>
            <a:pPr marL="285750" indent="-285750">
              <a:buFont typeface="Arial" panose="020B0604020202020204" pitchFamily="34" charset="0"/>
              <a:buChar char="•"/>
            </a:pPr>
            <a:r>
              <a:rPr lang="en-US" sz="1300" dirty="0"/>
              <a:t>Evaluate the performance of a model by summarizing the predictions against the actual results</a:t>
            </a:r>
            <a:r>
              <a:rPr lang="en-IN" sz="1300" dirty="0"/>
              <a:t> </a:t>
            </a:r>
          </a:p>
        </p:txBody>
      </p:sp>
      <p:pic>
        <p:nvPicPr>
          <p:cNvPr id="3" name="Picture 2">
            <a:extLst>
              <a:ext uri="{FF2B5EF4-FFF2-40B4-BE49-F238E27FC236}">
                <a16:creationId xmlns:a16="http://schemas.microsoft.com/office/drawing/2014/main" id="{C3EB9F9F-59C0-4260-D030-EADC0BC27A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3606" y="1046209"/>
            <a:ext cx="3322505" cy="2664861"/>
          </a:xfrm>
          <a:prstGeom prst="rect">
            <a:avLst/>
          </a:prstGeom>
        </p:spPr>
      </p:pic>
      <p:sp>
        <p:nvSpPr>
          <p:cNvPr id="11" name="Arrow: Bent-Up 10">
            <a:extLst>
              <a:ext uri="{FF2B5EF4-FFF2-40B4-BE49-F238E27FC236}">
                <a16:creationId xmlns:a16="http://schemas.microsoft.com/office/drawing/2014/main" id="{41C80BCA-F660-F24C-840E-62F43122CD9B}"/>
              </a:ext>
            </a:extLst>
          </p:cNvPr>
          <p:cNvSpPr/>
          <p:nvPr/>
        </p:nvSpPr>
        <p:spPr>
          <a:xfrm rot="5400000">
            <a:off x="5489155" y="4130500"/>
            <a:ext cx="456841" cy="510822"/>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36FEEFFE-54FC-F9EC-3BFF-CD2937950464}"/>
              </a:ext>
            </a:extLst>
          </p:cNvPr>
          <p:cNvSpPr/>
          <p:nvPr/>
        </p:nvSpPr>
        <p:spPr>
          <a:xfrm>
            <a:off x="6123385" y="3917126"/>
            <a:ext cx="1522946" cy="223551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7" name="Arrow: Bent-Up 16">
            <a:extLst>
              <a:ext uri="{FF2B5EF4-FFF2-40B4-BE49-F238E27FC236}">
                <a16:creationId xmlns:a16="http://schemas.microsoft.com/office/drawing/2014/main" id="{87E1900B-2391-F713-00E9-975B9CCAA225}"/>
              </a:ext>
            </a:extLst>
          </p:cNvPr>
          <p:cNvSpPr/>
          <p:nvPr/>
        </p:nvSpPr>
        <p:spPr>
          <a:xfrm rot="5400000">
            <a:off x="814058" y="4130501"/>
            <a:ext cx="456841" cy="510822"/>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8C86472-AE5D-0FF9-945A-AAC1F2965E81}"/>
              </a:ext>
            </a:extLst>
          </p:cNvPr>
          <p:cNvSpPr txBox="1"/>
          <p:nvPr/>
        </p:nvSpPr>
        <p:spPr>
          <a:xfrm>
            <a:off x="6123386" y="4121316"/>
            <a:ext cx="1522946" cy="1492716"/>
          </a:xfrm>
          <a:prstGeom prst="rect">
            <a:avLst/>
          </a:prstGeom>
          <a:noFill/>
        </p:spPr>
        <p:txBody>
          <a:bodyPr wrap="square" rtlCol="0">
            <a:spAutoFit/>
          </a:bodyPr>
          <a:lstStyle/>
          <a:p>
            <a:pPr marL="285750" indent="-285750">
              <a:buFont typeface="Arial" panose="020B0604020202020204" pitchFamily="34" charset="0"/>
              <a:buChar char="•"/>
            </a:pPr>
            <a:r>
              <a:rPr lang="en-IN" sz="1300" dirty="0"/>
              <a:t>Specialized classification</a:t>
            </a:r>
          </a:p>
          <a:p>
            <a:pPr marL="285750" indent="-285750">
              <a:buFont typeface="Arial" panose="020B0604020202020204" pitchFamily="34" charset="0"/>
              <a:buChar char="•"/>
            </a:pPr>
            <a:r>
              <a:rPr lang="en-IN" sz="1300" dirty="0"/>
              <a:t> Detailed Error Analysis</a:t>
            </a:r>
          </a:p>
          <a:p>
            <a:pPr marL="285750" indent="-285750">
              <a:buFont typeface="Arial" panose="020B0604020202020204" pitchFamily="34" charset="0"/>
              <a:buChar char="•"/>
            </a:pPr>
            <a:r>
              <a:rPr lang="en-IN" sz="1300" dirty="0"/>
              <a:t>Performance Metric Calculation</a:t>
            </a:r>
          </a:p>
        </p:txBody>
      </p:sp>
    </p:spTree>
    <p:extLst>
      <p:ext uri="{BB962C8B-B14F-4D97-AF65-F5344CB8AC3E}">
        <p14:creationId xmlns:p14="http://schemas.microsoft.com/office/powerpoint/2010/main" val="1652060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33D8D-91DD-E2C3-C783-CF3330F78EA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3E0DF2B4-0CC5-AA6E-34B4-6B759AC1C294}"/>
              </a:ext>
            </a:extLst>
          </p:cNvPr>
          <p:cNvSpPr/>
          <p:nvPr/>
        </p:nvSpPr>
        <p:spPr>
          <a:xfrm>
            <a:off x="344129" y="4897558"/>
            <a:ext cx="7314268" cy="9681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FE3D7E98-0E70-C78E-9A2F-108EBA03A015}"/>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4DA86B9D-9791-B328-46FD-20F19B5DFDCD}"/>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12</a:t>
            </a:fld>
            <a:endParaRPr lang="en-US" sz="1400" b="0" strike="noStrike" spc="-1" dirty="0">
              <a:solidFill>
                <a:srgbClr val="000000"/>
              </a:solidFill>
              <a:latin typeface="Arial"/>
            </a:endParaRPr>
          </a:p>
        </p:txBody>
      </p:sp>
      <p:pic>
        <p:nvPicPr>
          <p:cNvPr id="12" name="Picture 11">
            <a:extLst>
              <a:ext uri="{FF2B5EF4-FFF2-40B4-BE49-F238E27FC236}">
                <a16:creationId xmlns:a16="http://schemas.microsoft.com/office/drawing/2014/main" id="{B5B7C80B-77CD-C748-C131-CFD5A66D85BE}"/>
              </a:ext>
            </a:extLst>
          </p:cNvPr>
          <p:cNvPicPr>
            <a:picLocks noChangeAspect="1"/>
          </p:cNvPicPr>
          <p:nvPr/>
        </p:nvPicPr>
        <p:blipFill>
          <a:blip r:embed="rId2"/>
          <a:stretch>
            <a:fillRect/>
          </a:stretch>
        </p:blipFill>
        <p:spPr>
          <a:xfrm>
            <a:off x="344129" y="1226765"/>
            <a:ext cx="7283817" cy="3573835"/>
          </a:xfrm>
          <a:prstGeom prst="rect">
            <a:avLst/>
          </a:prstGeom>
        </p:spPr>
      </p:pic>
      <p:sp>
        <p:nvSpPr>
          <p:cNvPr id="14" name="TextBox 13">
            <a:extLst>
              <a:ext uri="{FF2B5EF4-FFF2-40B4-BE49-F238E27FC236}">
                <a16:creationId xmlns:a16="http://schemas.microsoft.com/office/drawing/2014/main" id="{7A9A705D-4A77-A54D-A6DD-9911FE8399EB}"/>
              </a:ext>
            </a:extLst>
          </p:cNvPr>
          <p:cNvSpPr txBox="1"/>
          <p:nvPr/>
        </p:nvSpPr>
        <p:spPr>
          <a:xfrm>
            <a:off x="374580" y="4966151"/>
            <a:ext cx="728381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GCN model has a clear and logical architecture, with an </a:t>
            </a:r>
            <a:r>
              <a:rPr lang="en-US" sz="1600" b="1" dirty="0"/>
              <a:t>input dimension of 50 features</a:t>
            </a:r>
            <a:r>
              <a:rPr lang="en-US" sz="1600" dirty="0"/>
              <a:t>, a </a:t>
            </a:r>
            <a:r>
              <a:rPr lang="en-US" sz="1600" b="1" dirty="0"/>
              <a:t>hidden layer of 128 dimensions</a:t>
            </a:r>
            <a:r>
              <a:rPr lang="en-US" sz="1600" dirty="0"/>
              <a:t>, and an </a:t>
            </a:r>
            <a:r>
              <a:rPr lang="en-US" sz="1600" b="1" dirty="0"/>
              <a:t>output of 5 classes</a:t>
            </a:r>
            <a:r>
              <a:rPr lang="en-US" sz="1600" dirty="0"/>
              <a:t>, matching the dataset's complexity.</a:t>
            </a:r>
            <a:endParaRPr lang="en-IN" sz="1600" dirty="0"/>
          </a:p>
        </p:txBody>
      </p:sp>
    </p:spTree>
    <p:extLst>
      <p:ext uri="{BB962C8B-B14F-4D97-AF65-F5344CB8AC3E}">
        <p14:creationId xmlns:p14="http://schemas.microsoft.com/office/powerpoint/2010/main" val="1547097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32CEB-A644-9453-D6E8-8EA11EC89778}"/>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B46CFE8-7937-AE8B-AC5C-C1580D274806}"/>
              </a:ext>
            </a:extLst>
          </p:cNvPr>
          <p:cNvSpPr/>
          <p:nvPr/>
        </p:nvSpPr>
        <p:spPr>
          <a:xfrm>
            <a:off x="6306670" y="1172927"/>
            <a:ext cx="2339790" cy="327804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1C52FA8A-EE1F-5FF7-9506-C18ED69BF89E}"/>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4B967A32-FE38-0B2E-96CB-F1AE2ED414A6}"/>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13</a:t>
            </a:fld>
            <a:endParaRPr lang="en-US" sz="1400" b="0" strike="noStrike" spc="-1" dirty="0">
              <a:solidFill>
                <a:srgbClr val="000000"/>
              </a:solidFill>
              <a:latin typeface="Arial"/>
            </a:endParaRPr>
          </a:p>
        </p:txBody>
      </p:sp>
      <p:pic>
        <p:nvPicPr>
          <p:cNvPr id="6" name="Picture 5">
            <a:extLst>
              <a:ext uri="{FF2B5EF4-FFF2-40B4-BE49-F238E27FC236}">
                <a16:creationId xmlns:a16="http://schemas.microsoft.com/office/drawing/2014/main" id="{21B61A94-8ED3-3534-78D7-6D9CFB519E3D}"/>
              </a:ext>
            </a:extLst>
          </p:cNvPr>
          <p:cNvPicPr>
            <a:picLocks noChangeAspect="1"/>
          </p:cNvPicPr>
          <p:nvPr/>
        </p:nvPicPr>
        <p:blipFill>
          <a:blip r:embed="rId2"/>
          <a:stretch>
            <a:fillRect/>
          </a:stretch>
        </p:blipFill>
        <p:spPr>
          <a:xfrm>
            <a:off x="340670" y="1335856"/>
            <a:ext cx="5804635" cy="4376111"/>
          </a:xfrm>
          <a:prstGeom prst="rect">
            <a:avLst/>
          </a:prstGeom>
        </p:spPr>
      </p:pic>
      <p:sp>
        <p:nvSpPr>
          <p:cNvPr id="9" name="TextBox 8">
            <a:extLst>
              <a:ext uri="{FF2B5EF4-FFF2-40B4-BE49-F238E27FC236}">
                <a16:creationId xmlns:a16="http://schemas.microsoft.com/office/drawing/2014/main" id="{B66656BA-DA0C-4B86-0CD5-95CCC1E106A1}"/>
              </a:ext>
            </a:extLst>
          </p:cNvPr>
          <p:cNvSpPr txBox="1"/>
          <p:nvPr/>
        </p:nvSpPr>
        <p:spPr>
          <a:xfrm>
            <a:off x="6306670" y="1335856"/>
            <a:ext cx="2339789" cy="2554545"/>
          </a:xfrm>
          <a:prstGeom prst="rect">
            <a:avLst/>
          </a:prstGeom>
          <a:noFill/>
        </p:spPr>
        <p:txBody>
          <a:bodyPr wrap="square" rtlCol="0">
            <a:spAutoFit/>
          </a:bodyPr>
          <a:lstStyle/>
          <a:p>
            <a:r>
              <a:rPr lang="en-US" sz="1600" dirty="0"/>
              <a:t>The GCN model has a clear and logical architecture, with an </a:t>
            </a:r>
            <a:r>
              <a:rPr lang="en-US" sz="1600" b="1" dirty="0"/>
              <a:t>input dimension of 50 features</a:t>
            </a:r>
            <a:r>
              <a:rPr lang="en-US" sz="1600" dirty="0"/>
              <a:t>, a </a:t>
            </a:r>
            <a:r>
              <a:rPr lang="en-US" sz="1600" b="1" dirty="0"/>
              <a:t>hidden layer of 128 dimensions</a:t>
            </a:r>
            <a:r>
              <a:rPr lang="en-US" sz="1600" dirty="0"/>
              <a:t>, and an </a:t>
            </a:r>
            <a:r>
              <a:rPr lang="en-US" sz="1600" b="1" dirty="0"/>
              <a:t>output of 5 classes</a:t>
            </a:r>
            <a:r>
              <a:rPr lang="en-US" sz="1600" dirty="0"/>
              <a:t>, matching the dataset's complexity.</a:t>
            </a:r>
            <a:endParaRPr lang="en-IN" sz="1600" dirty="0"/>
          </a:p>
        </p:txBody>
      </p:sp>
    </p:spTree>
    <p:extLst>
      <p:ext uri="{BB962C8B-B14F-4D97-AF65-F5344CB8AC3E}">
        <p14:creationId xmlns:p14="http://schemas.microsoft.com/office/powerpoint/2010/main" val="1046861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81FC-CC15-196E-ED75-851179DDA011}"/>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1365106-3F16-7378-03A3-F1EFB0C4BABF}"/>
              </a:ext>
            </a:extLst>
          </p:cNvPr>
          <p:cNvSpPr/>
          <p:nvPr/>
        </p:nvSpPr>
        <p:spPr>
          <a:xfrm>
            <a:off x="6789511" y="1178683"/>
            <a:ext cx="2193124" cy="406567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B16680CE-D617-B945-7BD0-391AE5AA93D6}"/>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C38EB4D5-B588-E065-CCFC-646B63297654}"/>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14</a:t>
            </a:fld>
            <a:endParaRPr lang="en-US" sz="1400" b="0" strike="noStrike" spc="-1" dirty="0">
              <a:solidFill>
                <a:srgbClr val="000000"/>
              </a:solidFill>
              <a:latin typeface="Arial"/>
            </a:endParaRPr>
          </a:p>
        </p:txBody>
      </p:sp>
      <p:pic>
        <p:nvPicPr>
          <p:cNvPr id="8" name="Picture 7">
            <a:extLst>
              <a:ext uri="{FF2B5EF4-FFF2-40B4-BE49-F238E27FC236}">
                <a16:creationId xmlns:a16="http://schemas.microsoft.com/office/drawing/2014/main" id="{89382A2F-AB16-6CDD-0330-2CB2ED12A680}"/>
              </a:ext>
            </a:extLst>
          </p:cNvPr>
          <p:cNvPicPr>
            <a:picLocks noChangeAspect="1"/>
          </p:cNvPicPr>
          <p:nvPr/>
        </p:nvPicPr>
        <p:blipFill>
          <a:blip r:embed="rId2"/>
          <a:stretch>
            <a:fillRect/>
          </a:stretch>
        </p:blipFill>
        <p:spPr>
          <a:xfrm>
            <a:off x="292483" y="1287440"/>
            <a:ext cx="6295323" cy="4283119"/>
          </a:xfrm>
          <a:prstGeom prst="rect">
            <a:avLst/>
          </a:prstGeom>
        </p:spPr>
      </p:pic>
      <p:sp>
        <p:nvSpPr>
          <p:cNvPr id="6" name="TextBox 5">
            <a:extLst>
              <a:ext uri="{FF2B5EF4-FFF2-40B4-BE49-F238E27FC236}">
                <a16:creationId xmlns:a16="http://schemas.microsoft.com/office/drawing/2014/main" id="{B8597B67-2C5B-23A0-60FD-D40CAE98F171}"/>
              </a:ext>
            </a:extLst>
          </p:cNvPr>
          <p:cNvSpPr txBox="1"/>
          <p:nvPr/>
        </p:nvSpPr>
        <p:spPr>
          <a:xfrm>
            <a:off x="6789511" y="1287440"/>
            <a:ext cx="2062006" cy="3416320"/>
          </a:xfrm>
          <a:prstGeom prst="rect">
            <a:avLst/>
          </a:prstGeom>
          <a:noFill/>
        </p:spPr>
        <p:txBody>
          <a:bodyPr wrap="square">
            <a:spAutoFit/>
          </a:bodyPr>
          <a:lstStyle/>
          <a:p>
            <a:r>
              <a:rPr lang="en-US" dirty="0"/>
              <a:t>The training logs show a consistent decrease in both </a:t>
            </a:r>
            <a:r>
              <a:rPr lang="en-US" b="1" dirty="0"/>
              <a:t>training loss and validation loss</a:t>
            </a:r>
            <a:r>
              <a:rPr lang="en-US" dirty="0"/>
              <a:t> over epochs, while accuracy steadily increases. This confirms the model is learning effectively.</a:t>
            </a:r>
            <a:endParaRPr lang="en-IN" dirty="0"/>
          </a:p>
        </p:txBody>
      </p:sp>
    </p:spTree>
    <p:extLst>
      <p:ext uri="{BB962C8B-B14F-4D97-AF65-F5344CB8AC3E}">
        <p14:creationId xmlns:p14="http://schemas.microsoft.com/office/powerpoint/2010/main" val="176032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5A29-FD34-191B-27CE-8417EB8B4D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CD80CB-744C-7642-0D80-13DA858A14F3}"/>
              </a:ext>
            </a:extLst>
          </p:cNvPr>
          <p:cNvSpPr txBox="1"/>
          <p:nvPr/>
        </p:nvSpPr>
        <p:spPr>
          <a:xfrm>
            <a:off x="3018503" y="413024"/>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Analysis</a:t>
            </a:r>
            <a:endParaRPr lang="en-IN" sz="2400" dirty="0"/>
          </a:p>
        </p:txBody>
      </p:sp>
      <p:sp>
        <p:nvSpPr>
          <p:cNvPr id="5" name="Slide Number Placeholder 5">
            <a:extLst>
              <a:ext uri="{FF2B5EF4-FFF2-40B4-BE49-F238E27FC236}">
                <a16:creationId xmlns:a16="http://schemas.microsoft.com/office/drawing/2014/main" id="{CF05C6D6-F600-F355-2484-EF83692EF35B}"/>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pPr algn="ctr">
                <a:lnSpc>
                  <a:spcPct val="100000"/>
                </a:lnSpc>
              </a:pPr>
              <a:t>15</a:t>
            </a:fld>
            <a:endParaRPr lang="en-US" sz="1400" b="0" strike="noStrike" spc="-1" dirty="0">
              <a:solidFill>
                <a:srgbClr val="000000"/>
              </a:solidFill>
              <a:latin typeface="Arial"/>
            </a:endParaRPr>
          </a:p>
        </p:txBody>
      </p:sp>
      <p:sp>
        <p:nvSpPr>
          <p:cNvPr id="3" name="TextBox 2">
            <a:extLst>
              <a:ext uri="{FF2B5EF4-FFF2-40B4-BE49-F238E27FC236}">
                <a16:creationId xmlns:a16="http://schemas.microsoft.com/office/drawing/2014/main" id="{0D569217-CF4C-3408-E148-37D841439B99}"/>
              </a:ext>
            </a:extLst>
          </p:cNvPr>
          <p:cNvSpPr txBox="1"/>
          <p:nvPr/>
        </p:nvSpPr>
        <p:spPr>
          <a:xfrm>
            <a:off x="914400" y="1493610"/>
            <a:ext cx="7906871" cy="923330"/>
          </a:xfrm>
          <a:prstGeom prst="rect">
            <a:avLst/>
          </a:prstGeom>
          <a:noFill/>
        </p:spPr>
        <p:txBody>
          <a:bodyPr wrap="square" rtlCol="0">
            <a:spAutoFit/>
          </a:bodyPr>
          <a:lstStyle/>
          <a:p>
            <a:r>
              <a:rPr lang="en-US" dirty="0"/>
              <a:t>We evaluated our system on a dataset of network traffic containing both benign and malicious (ransomware and other malware) packets. The GCN model achieved: </a:t>
            </a:r>
            <a:endParaRPr lang="en-IN" dirty="0"/>
          </a:p>
        </p:txBody>
      </p:sp>
      <p:sp>
        <p:nvSpPr>
          <p:cNvPr id="6" name="Rectangle: Rounded Corners 5">
            <a:extLst>
              <a:ext uri="{FF2B5EF4-FFF2-40B4-BE49-F238E27FC236}">
                <a16:creationId xmlns:a16="http://schemas.microsoft.com/office/drawing/2014/main" id="{4667AB5B-88B1-8B95-5D1F-3D1BC58559E3}"/>
              </a:ext>
            </a:extLst>
          </p:cNvPr>
          <p:cNvSpPr/>
          <p:nvPr/>
        </p:nvSpPr>
        <p:spPr>
          <a:xfrm>
            <a:off x="914400" y="2656624"/>
            <a:ext cx="6602506" cy="14158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A6220963-33D1-8540-37F9-83ECCE13AE48}"/>
              </a:ext>
            </a:extLst>
          </p:cNvPr>
          <p:cNvSpPr txBox="1"/>
          <p:nvPr/>
        </p:nvSpPr>
        <p:spPr>
          <a:xfrm>
            <a:off x="1005275" y="2738559"/>
            <a:ext cx="6602506" cy="1246495"/>
          </a:xfrm>
          <a:prstGeom prst="rect">
            <a:avLst/>
          </a:prstGeom>
          <a:noFill/>
        </p:spPr>
        <p:txBody>
          <a:bodyPr wrap="square" rtlCol="0">
            <a:spAutoFit/>
          </a:bodyPr>
          <a:lstStyle/>
          <a:p>
            <a:pPr marL="285750" indent="-285750">
              <a:buFont typeface="Arial" panose="020B0604020202020204" pitchFamily="34" charset="0"/>
              <a:buChar char="•"/>
            </a:pPr>
            <a:r>
              <a:rPr lang="en-US" sz="1500" b="1" dirty="0"/>
              <a:t>Accuracy</a:t>
            </a:r>
            <a:r>
              <a:rPr lang="en-US" sz="1500" dirty="0"/>
              <a:t>: 83% overall accuracy in classifying packets as benign or malicious.</a:t>
            </a:r>
          </a:p>
          <a:p>
            <a:pPr marL="285750" indent="-285750">
              <a:buFont typeface="Arial" panose="020B0604020202020204" pitchFamily="34" charset="0"/>
              <a:buChar char="•"/>
            </a:pPr>
            <a:r>
              <a:rPr lang="en-US" sz="1500" b="1" dirty="0"/>
              <a:t>Precision</a:t>
            </a:r>
            <a:r>
              <a:rPr lang="en-US" sz="1500" dirty="0"/>
              <a:t>: 94.3% precision in identifying malicious packets</a:t>
            </a:r>
          </a:p>
          <a:p>
            <a:pPr marL="285750" indent="-285750">
              <a:buFont typeface="Arial" panose="020B0604020202020204" pitchFamily="34" charset="0"/>
              <a:buChar char="•"/>
            </a:pPr>
            <a:r>
              <a:rPr lang="en-US" sz="1500" b="1" dirty="0"/>
              <a:t>Recall</a:t>
            </a:r>
            <a:r>
              <a:rPr lang="en-US" sz="1500" dirty="0"/>
              <a:t>: 90.1% recall in identifying malicious packets </a:t>
            </a:r>
          </a:p>
          <a:p>
            <a:pPr marL="285750" indent="-285750">
              <a:buFont typeface="Arial" panose="020B0604020202020204" pitchFamily="34" charset="0"/>
              <a:buChar char="•"/>
            </a:pPr>
            <a:r>
              <a:rPr lang="en-US" sz="1500" b="1" dirty="0"/>
              <a:t>F1-score</a:t>
            </a:r>
            <a:r>
              <a:rPr lang="en-US" sz="1500" dirty="0"/>
              <a:t>: 92.1% F1-score for malicious packet detection</a:t>
            </a:r>
            <a:endParaRPr lang="en-IN" sz="1500" dirty="0"/>
          </a:p>
        </p:txBody>
      </p:sp>
    </p:spTree>
    <p:extLst>
      <p:ext uri="{BB962C8B-B14F-4D97-AF65-F5344CB8AC3E}">
        <p14:creationId xmlns:p14="http://schemas.microsoft.com/office/powerpoint/2010/main" val="2855284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B189C-C755-D7C3-39B3-EB9F73679B0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54F56E-3418-1DC5-74F0-024518B74E80}"/>
              </a:ext>
            </a:extLst>
          </p:cNvPr>
          <p:cNvSpPr txBox="1"/>
          <p:nvPr/>
        </p:nvSpPr>
        <p:spPr>
          <a:xfrm>
            <a:off x="2700690" y="578009"/>
            <a:ext cx="422787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Conclusion &amp; Future Scope</a:t>
            </a:r>
          </a:p>
        </p:txBody>
      </p:sp>
      <p:sp>
        <p:nvSpPr>
          <p:cNvPr id="5" name="Slide Number Placeholder 5">
            <a:extLst>
              <a:ext uri="{FF2B5EF4-FFF2-40B4-BE49-F238E27FC236}">
                <a16:creationId xmlns:a16="http://schemas.microsoft.com/office/drawing/2014/main" id="{2C0C1DF9-4168-6356-51F1-C3F743A3A298}"/>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Times New Roman" panose="02020603050405020304" pitchFamily="18" charset="0"/>
                <a:cs typeface="Times New Roman" panose="02020603050405020304" pitchFamily="18" charset="0"/>
              </a:rPr>
              <a:t>16</a:t>
            </a:fld>
            <a:endParaRPr lang="en-US" sz="1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6742F5-A86C-7272-F7D3-988DACD4BE92}"/>
              </a:ext>
            </a:extLst>
          </p:cNvPr>
          <p:cNvSpPr txBox="1"/>
          <p:nvPr/>
        </p:nvSpPr>
        <p:spPr>
          <a:xfrm>
            <a:off x="374580" y="1303594"/>
            <a:ext cx="8268929"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methodology ensures a comprehensive ransomware detection and prevention system using modern machine learning techniques and open-source tools. </a:t>
            </a:r>
          </a:p>
          <a:p>
            <a:r>
              <a:rPr lang="en-IN" dirty="0">
                <a:latin typeface="Times New Roman" panose="02020603050405020304" pitchFamily="18" charset="0"/>
                <a:cs typeface="Times New Roman" panose="02020603050405020304" pitchFamily="18" charset="0"/>
              </a:rPr>
              <a:t>Our real-time ransomware detection system leverages Graph Convolutional Networks (GCNs) to analyse network traffic patterns also system captures network packets, extracts relevant features, and applies a pre-trained GCN model to classify traffic as benign(</a:t>
            </a:r>
            <a:r>
              <a:rPr lang="en-US" dirty="0">
                <a:latin typeface="Times New Roman" panose="02020603050405020304" pitchFamily="18" charset="0"/>
                <a:cs typeface="Times New Roman" panose="02020603050405020304" pitchFamily="18" charset="0"/>
              </a:rPr>
              <a:t>where software or activity is considered harmless and not malicious</a:t>
            </a:r>
            <a:r>
              <a:rPr lang="en-IN" dirty="0">
                <a:latin typeface="Times New Roman" panose="02020603050405020304" pitchFamily="18" charset="0"/>
                <a:cs typeface="Times New Roman" panose="02020603050405020304" pitchFamily="18" charset="0"/>
              </a:rPr>
              <a:t>), ransomware, or other malware.</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F9F8684-7742-2D61-30EC-60A719656730}"/>
              </a:ext>
            </a:extLst>
          </p:cNvPr>
          <p:cNvSpPr txBox="1"/>
          <p:nvPr/>
        </p:nvSpPr>
        <p:spPr>
          <a:xfrm>
            <a:off x="498167" y="3650394"/>
            <a:ext cx="2641600" cy="369332"/>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Future Scope </a:t>
            </a:r>
            <a:r>
              <a:rPr lang="en-IN"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59F058AC-DF81-3346-D63B-E30D058CB96C}"/>
              </a:ext>
            </a:extLst>
          </p:cNvPr>
          <p:cNvSpPr txBox="1"/>
          <p:nvPr/>
        </p:nvSpPr>
        <p:spPr>
          <a:xfrm>
            <a:off x="498167" y="4064000"/>
            <a:ext cx="7825562"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Better Models:</a:t>
            </a:r>
            <a:r>
              <a:rPr lang="en-US" dirty="0">
                <a:latin typeface="Times New Roman" panose="02020603050405020304" pitchFamily="18" charset="0"/>
                <a:cs typeface="Times New Roman" panose="02020603050405020304" pitchFamily="18" charset="0"/>
              </a:rPr>
              <a:t> Explore more advanced </a:t>
            </a:r>
            <a:r>
              <a:rPr lang="en-US" b="1" dirty="0">
                <a:latin typeface="Times New Roman" panose="02020603050405020304" pitchFamily="18" charset="0"/>
                <a:cs typeface="Times New Roman" panose="02020603050405020304" pitchFamily="18" charset="0"/>
              </a:rPr>
              <a:t>Graph Neural Networks</a:t>
            </a:r>
            <a:r>
              <a:rPr lang="en-US" dirty="0">
                <a:latin typeface="Times New Roman" panose="02020603050405020304" pitchFamily="18" charset="0"/>
                <a:cs typeface="Times New Roman" panose="02020603050405020304" pitchFamily="18" charset="0"/>
              </a:rPr>
              <a:t> to boost accuracy.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Real-time Analysis:</a:t>
            </a:r>
            <a:r>
              <a:rPr lang="en-US" dirty="0">
                <a:latin typeface="Times New Roman" panose="02020603050405020304" pitchFamily="18" charset="0"/>
                <a:cs typeface="Times New Roman" panose="02020603050405020304" pitchFamily="18" charset="0"/>
              </a:rPr>
              <a:t> Adapt the model to analyze </a:t>
            </a:r>
            <a:r>
              <a:rPr lang="en-US" b="1" dirty="0">
                <a:latin typeface="Times New Roman" panose="02020603050405020304" pitchFamily="18" charset="0"/>
                <a:cs typeface="Times New Roman" panose="02020603050405020304" pitchFamily="18" charset="0"/>
              </a:rPr>
              <a:t>dynamic, live network traffic.</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Explainable AI:</a:t>
            </a:r>
            <a:r>
              <a:rPr lang="en-US" dirty="0">
                <a:latin typeface="Times New Roman" panose="02020603050405020304" pitchFamily="18" charset="0"/>
                <a:cs typeface="Times New Roman" panose="02020603050405020304" pitchFamily="18" charset="0"/>
              </a:rPr>
              <a:t> Add features to help users understand </a:t>
            </a:r>
            <a:r>
              <a:rPr lang="en-US" b="1" dirty="0">
                <a:latin typeface="Times New Roman" panose="02020603050405020304" pitchFamily="18" charset="0"/>
                <a:cs typeface="Times New Roman" panose="02020603050405020304" pitchFamily="18" charset="0"/>
              </a:rPr>
              <a:t>how and why</a:t>
            </a:r>
            <a:r>
              <a:rPr lang="en-US" dirty="0">
                <a:latin typeface="Times New Roman" panose="02020603050405020304" pitchFamily="18" charset="0"/>
                <a:cs typeface="Times New Roman" panose="02020603050405020304" pitchFamily="18" charset="0"/>
              </a:rPr>
              <a:t> the AI makes decisions.</a:t>
            </a:r>
            <a:endParaRPr lang="en-IN"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10A3B88-75C7-F454-058D-35A39CEA86C6}"/>
              </a:ext>
            </a:extLst>
          </p:cNvPr>
          <p:cNvSpPr txBox="1"/>
          <p:nvPr/>
        </p:nvSpPr>
        <p:spPr>
          <a:xfrm>
            <a:off x="374580" y="1039674"/>
            <a:ext cx="2641600" cy="369332"/>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Conclusion</a:t>
            </a:r>
            <a:r>
              <a:rPr lang="en-IN" dirty="0">
                <a:latin typeface="Times New Roman" panose="02020603050405020304" pitchFamily="18" charset="0"/>
                <a:cs typeface="Times New Roman" panose="02020603050405020304" pitchFamily="18" charset="0"/>
              </a:rPr>
              <a:t> : </a:t>
            </a:r>
          </a:p>
        </p:txBody>
      </p:sp>
    </p:spTree>
    <p:extLst>
      <p:ext uri="{BB962C8B-B14F-4D97-AF65-F5344CB8AC3E}">
        <p14:creationId xmlns:p14="http://schemas.microsoft.com/office/powerpoint/2010/main" val="99915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AACCE-3C3A-8E36-E659-44708E62D6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87BE54-1726-D23A-694A-6439FFD9D3B0}"/>
              </a:ext>
            </a:extLst>
          </p:cNvPr>
          <p:cNvSpPr txBox="1"/>
          <p:nvPr/>
        </p:nvSpPr>
        <p:spPr>
          <a:xfrm>
            <a:off x="2649794" y="719902"/>
            <a:ext cx="4572000" cy="461665"/>
          </a:xfrm>
          <a:prstGeom prst="rect">
            <a:avLst/>
          </a:prstGeom>
          <a:noFill/>
        </p:spPr>
        <p:txBody>
          <a:bodyPr wrap="square">
            <a:spAutoFit/>
          </a:bodyPr>
          <a:lstStyle/>
          <a:p>
            <a:r>
              <a:rPr lang="en" sz="1800" b="1" dirty="0">
                <a:solidFill>
                  <a:schemeClr val="dk1"/>
                </a:solidFill>
                <a:latin typeface="Calibri"/>
                <a:ea typeface="Calibri"/>
                <a:cs typeface="Calibri"/>
                <a:sym typeface="Calibri"/>
              </a:rPr>
              <a:t>	</a:t>
            </a:r>
            <a:r>
              <a:rPr lang="en" sz="2400" b="1" dirty="0">
                <a:solidFill>
                  <a:schemeClr val="dk1"/>
                </a:solidFill>
                <a:latin typeface="Calibri"/>
                <a:ea typeface="Calibri"/>
                <a:cs typeface="Calibri"/>
                <a:sym typeface="Calibri"/>
              </a:rPr>
              <a:t>REFERENCES</a:t>
            </a:r>
            <a:endParaRPr lang="en-IN" dirty="0"/>
          </a:p>
        </p:txBody>
      </p:sp>
      <p:sp>
        <p:nvSpPr>
          <p:cNvPr id="4" name="TextBox 3">
            <a:extLst>
              <a:ext uri="{FF2B5EF4-FFF2-40B4-BE49-F238E27FC236}">
                <a16:creationId xmlns:a16="http://schemas.microsoft.com/office/drawing/2014/main" id="{4EE40662-B3C8-32A7-CF40-D171A47AF10F}"/>
              </a:ext>
            </a:extLst>
          </p:cNvPr>
          <p:cNvSpPr txBox="1"/>
          <p:nvPr/>
        </p:nvSpPr>
        <p:spPr>
          <a:xfrm>
            <a:off x="432619" y="1366684"/>
            <a:ext cx="8357420" cy="307777"/>
          </a:xfrm>
          <a:prstGeom prst="rect">
            <a:avLst/>
          </a:prstGeom>
          <a:noFill/>
        </p:spPr>
        <p:txBody>
          <a:bodyPr wrap="square" rtlCol="0">
            <a:spAutoFit/>
          </a:bodyPr>
          <a:lstStyle/>
          <a:p>
            <a:pPr marL="285750" indent="-285750">
              <a:buFont typeface="Arial" panose="020B0604020202020204" pitchFamily="34" charset="0"/>
              <a:buChar char="•"/>
            </a:pPr>
            <a:endParaRPr lang="en-IN" sz="1400" dirty="0"/>
          </a:p>
        </p:txBody>
      </p:sp>
      <p:sp>
        <p:nvSpPr>
          <p:cNvPr id="2" name="TextBox 1">
            <a:extLst>
              <a:ext uri="{FF2B5EF4-FFF2-40B4-BE49-F238E27FC236}">
                <a16:creationId xmlns:a16="http://schemas.microsoft.com/office/drawing/2014/main" id="{7F689F8E-6689-CCB0-603F-A589714BE0F0}"/>
              </a:ext>
            </a:extLst>
          </p:cNvPr>
          <p:cNvSpPr txBox="1"/>
          <p:nvPr/>
        </p:nvSpPr>
        <p:spPr>
          <a:xfrm>
            <a:off x="934065" y="6138098"/>
            <a:ext cx="7030064" cy="800219"/>
          </a:xfrm>
          <a:prstGeom prst="rect">
            <a:avLst/>
          </a:prstGeom>
          <a:noFill/>
        </p:spPr>
        <p:txBody>
          <a:bodyPr wrap="square" rtlCol="0">
            <a:spAutoFit/>
          </a:bodyPr>
          <a:lstStyle/>
          <a:p>
            <a:pPr indent="0" algn="ctr">
              <a:lnSpc>
                <a:spcPct val="100000"/>
              </a:lnSpc>
              <a:buNone/>
            </a:pPr>
            <a:r>
              <a:rPr lang="en-US" sz="1400" b="1" spc="-1" dirty="0">
                <a:solidFill>
                  <a:srgbClr val="696464"/>
                </a:solidFill>
                <a:latin typeface="Perpetua"/>
              </a:rPr>
              <a:t>CSE , BVCOE, New Delhi                                                        </a:t>
            </a:r>
          </a:p>
          <a:p>
            <a:pPr indent="0" algn="ctr">
              <a:lnSpc>
                <a:spcPct val="100000"/>
              </a:lnSpc>
              <a:buNone/>
            </a:pPr>
            <a:r>
              <a:rPr lang="en-US" sz="1400" b="1" spc="-1" dirty="0">
                <a:solidFill>
                  <a:srgbClr val="696464"/>
                </a:solidFill>
                <a:latin typeface="Perpetua"/>
              </a:rPr>
              <a:t>Topic Name: RDPS  , Mentor Name: Mr. Mohit Tiwari</a:t>
            </a:r>
          </a:p>
          <a:p>
            <a:endParaRPr lang="en-IN" dirty="0"/>
          </a:p>
        </p:txBody>
      </p:sp>
      <p:sp>
        <p:nvSpPr>
          <p:cNvPr id="5" name="Slide Number Placeholder 5">
            <a:extLst>
              <a:ext uri="{FF2B5EF4-FFF2-40B4-BE49-F238E27FC236}">
                <a16:creationId xmlns:a16="http://schemas.microsoft.com/office/drawing/2014/main" id="{14BF2A82-77BE-7269-E6C4-280C11FC03E7}"/>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17</a:t>
            </a:fld>
            <a:endParaRPr lang="en-US" sz="1400" b="0" strike="noStrike" spc="-1" dirty="0">
              <a:solidFill>
                <a:srgbClr val="000000"/>
              </a:solidFill>
              <a:latin typeface="Arial"/>
            </a:endParaRPr>
          </a:p>
        </p:txBody>
      </p:sp>
      <p:sp>
        <p:nvSpPr>
          <p:cNvPr id="6" name="Rectangle 1">
            <a:extLst>
              <a:ext uri="{FF2B5EF4-FFF2-40B4-BE49-F238E27FC236}">
                <a16:creationId xmlns:a16="http://schemas.microsoft.com/office/drawing/2014/main" id="{2850F096-BCEC-171D-871A-2C872D2B9AF6}"/>
              </a:ext>
            </a:extLst>
          </p:cNvPr>
          <p:cNvSpPr>
            <a:spLocks noChangeArrowheads="1"/>
          </p:cNvSpPr>
          <p:nvPr/>
        </p:nvSpPr>
        <p:spPr bwMode="auto">
          <a:xfrm>
            <a:off x="182558" y="1674461"/>
            <a:ext cx="885754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 K. Kibet, R. A. Esquivel, and J. A. Esquivel, "Ransomware: Ransomware as a service (RaaS), methods to detect, prevent, mitigate and future direction," 2014.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 Y. Lin and M. F. </a:t>
            </a:r>
            <a:r>
              <a:rPr kumimoji="0" lang="en-US" altLang="en-US" sz="1800" b="0" i="0" u="none" strike="noStrike" cap="none" normalizeH="0" baseline="0" dirty="0" err="1">
                <a:ln>
                  <a:noFill/>
                </a:ln>
                <a:solidFill>
                  <a:schemeClr val="tx1"/>
                </a:solidFill>
                <a:effectLst/>
                <a:latin typeface="Arial" panose="020B0604020202020204" pitchFamily="34" charset="0"/>
              </a:rPr>
              <a:t>Zolkipli</a:t>
            </a:r>
            <a:r>
              <a:rPr kumimoji="0" lang="en-US" altLang="en-US" sz="1800" b="0" i="0" u="none" strike="noStrike" cap="none" normalizeH="0" baseline="0" dirty="0">
                <a:ln>
                  <a:noFill/>
                </a:ln>
                <a:solidFill>
                  <a:schemeClr val="tx1"/>
                </a:solidFill>
                <a:effectLst/>
                <a:latin typeface="Arial" panose="020B0604020202020204" pitchFamily="34" charset="0"/>
              </a:rPr>
              <a:t>, "Study on prevention and solution of ransomware attack," 2021.</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 </a:t>
            </a:r>
            <a:r>
              <a:rPr kumimoji="0" lang="en-US" altLang="en-US" sz="1800" b="0" i="0" u="none" strike="noStrike" cap="none" normalizeH="0" baseline="0" dirty="0" err="1">
                <a:ln>
                  <a:noFill/>
                </a:ln>
                <a:solidFill>
                  <a:schemeClr val="tx1"/>
                </a:solidFill>
                <a:effectLst/>
                <a:latin typeface="Arial" panose="020B0604020202020204" pitchFamily="34" charset="0"/>
              </a:rPr>
              <a:t>Effghi</a:t>
            </a:r>
            <a:r>
              <a:rPr kumimoji="0" lang="en-US" altLang="en-US" sz="1800" b="0" i="0" u="none" strike="noStrike" cap="none" normalizeH="0" baseline="0" dirty="0">
                <a:ln>
                  <a:noFill/>
                </a:ln>
                <a:solidFill>
                  <a:schemeClr val="tx1"/>
                </a:solidFill>
                <a:effectLst/>
                <a:latin typeface="Arial" panose="020B0604020202020204" pitchFamily="34" charset="0"/>
              </a:rPr>
              <a:t>, H. K. </a:t>
            </a:r>
            <a:r>
              <a:rPr kumimoji="0" lang="en-US" altLang="en-US" sz="1800" b="0" i="0" u="none" strike="noStrike" cap="none" normalizeH="0" baseline="0" dirty="0" err="1">
                <a:ln>
                  <a:noFill/>
                </a:ln>
                <a:solidFill>
                  <a:schemeClr val="tx1"/>
                </a:solidFill>
                <a:effectLst/>
                <a:latin typeface="Arial" panose="020B0604020202020204" pitchFamily="34" charset="0"/>
              </a:rPr>
              <a:t>Sheatah</a:t>
            </a:r>
            <a:r>
              <a:rPr kumimoji="0" lang="en-US" altLang="en-US" sz="1800" b="0" i="0" u="none" strike="noStrike" cap="none" normalizeH="0" baseline="0" dirty="0">
                <a:ln>
                  <a:noFill/>
                </a:ln>
                <a:solidFill>
                  <a:schemeClr val="tx1"/>
                </a:solidFill>
                <a:effectLst/>
                <a:latin typeface="Arial" panose="020B0604020202020204" pitchFamily="34" charset="0"/>
              </a:rPr>
              <a:t>, L. A. Darem, A. B. Alshammari, A. A. Darem, and A. A. </a:t>
            </a:r>
            <a:r>
              <a:rPr kumimoji="0" lang="en-US" altLang="en-US" sz="1800" b="0" i="0" u="none" strike="noStrike" cap="none" normalizeH="0" baseline="0" dirty="0" err="1">
                <a:ln>
                  <a:noFill/>
                </a:ln>
                <a:solidFill>
                  <a:schemeClr val="tx1"/>
                </a:solidFill>
                <a:effectLst/>
                <a:latin typeface="Arial" panose="020B0604020202020204" pitchFamily="34" charset="0"/>
              </a:rPr>
              <a:t>Alhashmi</a:t>
            </a:r>
            <a:r>
              <a:rPr kumimoji="0" lang="en-US" altLang="en-US" sz="1800" b="0" i="0" u="none" strike="noStrike" cap="none" normalizeH="0" baseline="0" dirty="0">
                <a:ln>
                  <a:noFill/>
                </a:ln>
                <a:solidFill>
                  <a:schemeClr val="tx1"/>
                </a:solidFill>
                <a:effectLst/>
                <a:latin typeface="Arial" panose="020B0604020202020204" pitchFamily="34" charset="0"/>
              </a:rPr>
              <a:t>, "Ransomware early detection techniques," 2024.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FNU Jimmy, "Understanding ransomware attacks: Trends and prevention strategies," 2023.</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J. Cable, I. W. Gray, and D. McCoy, "Understanding the modern ransomware ecosystem," 2024.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H. Alshaikh, H. A. </a:t>
            </a:r>
            <a:r>
              <a:rPr kumimoji="0" lang="en-US" altLang="en-US" sz="1800" b="0" i="0" u="none" strike="noStrike" cap="none" normalizeH="0" baseline="0" dirty="0" err="1">
                <a:ln>
                  <a:noFill/>
                </a:ln>
                <a:solidFill>
                  <a:schemeClr val="tx1"/>
                </a:solidFill>
                <a:effectLst/>
                <a:latin typeface="Arial" panose="020B0604020202020204" pitchFamily="34" charset="0"/>
              </a:rPr>
              <a:t>Hefny</a:t>
            </a:r>
            <a:r>
              <a:rPr kumimoji="0" lang="en-US" altLang="en-US" sz="1800" b="0" i="0" u="none" strike="noStrike" cap="none" normalizeH="0" baseline="0" dirty="0">
                <a:ln>
                  <a:noFill/>
                </a:ln>
                <a:solidFill>
                  <a:schemeClr val="tx1"/>
                </a:solidFill>
                <a:effectLst/>
                <a:latin typeface="Arial" panose="020B0604020202020204" pitchFamily="34" charset="0"/>
              </a:rPr>
              <a:t>, and N. Ramadan, "Crypto-ransomware detection and prevention techniques and tools: A survey," 2023.</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 K. Maurya, N. Kumar, A. Agrawal, and R. A. Khan, "Ransomware: Evolution, target and safety measures," 2018.</a:t>
            </a:r>
          </a:p>
        </p:txBody>
      </p:sp>
    </p:spTree>
    <p:extLst>
      <p:ext uri="{BB962C8B-B14F-4D97-AF65-F5344CB8AC3E}">
        <p14:creationId xmlns:p14="http://schemas.microsoft.com/office/powerpoint/2010/main" val="2892263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309DF-0478-03CC-ABE4-2BF2E22FF4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E31AA-7C28-AA46-B74D-7C75A3B8E2F8}"/>
              </a:ext>
            </a:extLst>
          </p:cNvPr>
          <p:cNvSpPr txBox="1"/>
          <p:nvPr/>
        </p:nvSpPr>
        <p:spPr>
          <a:xfrm>
            <a:off x="2649794" y="719902"/>
            <a:ext cx="4572000" cy="461665"/>
          </a:xfrm>
          <a:prstGeom prst="rect">
            <a:avLst/>
          </a:prstGeom>
          <a:noFill/>
        </p:spPr>
        <p:txBody>
          <a:bodyPr wrap="square">
            <a:spAutoFit/>
          </a:bodyPr>
          <a:lstStyle/>
          <a:p>
            <a:r>
              <a:rPr lang="en" sz="1800" b="1" dirty="0">
                <a:solidFill>
                  <a:schemeClr val="dk1"/>
                </a:solidFill>
                <a:latin typeface="Calibri"/>
                <a:ea typeface="Calibri"/>
                <a:cs typeface="Calibri"/>
                <a:sym typeface="Calibri"/>
              </a:rPr>
              <a:t>	</a:t>
            </a:r>
            <a:r>
              <a:rPr lang="en" sz="2400" b="1" dirty="0">
                <a:solidFill>
                  <a:schemeClr val="dk1"/>
                </a:solidFill>
                <a:latin typeface="Calibri"/>
                <a:ea typeface="Calibri"/>
                <a:cs typeface="Calibri"/>
                <a:sym typeface="Calibri"/>
              </a:rPr>
              <a:t>REFERENCES</a:t>
            </a:r>
            <a:endParaRPr lang="en-IN" dirty="0"/>
          </a:p>
        </p:txBody>
      </p:sp>
      <p:sp>
        <p:nvSpPr>
          <p:cNvPr id="2" name="TextBox 1">
            <a:extLst>
              <a:ext uri="{FF2B5EF4-FFF2-40B4-BE49-F238E27FC236}">
                <a16:creationId xmlns:a16="http://schemas.microsoft.com/office/drawing/2014/main" id="{025C1E7C-259C-C902-56B3-345FF5DE6324}"/>
              </a:ext>
            </a:extLst>
          </p:cNvPr>
          <p:cNvSpPr txBox="1"/>
          <p:nvPr/>
        </p:nvSpPr>
        <p:spPr>
          <a:xfrm>
            <a:off x="934065" y="6138098"/>
            <a:ext cx="7030064" cy="800219"/>
          </a:xfrm>
          <a:prstGeom prst="rect">
            <a:avLst/>
          </a:prstGeom>
          <a:noFill/>
        </p:spPr>
        <p:txBody>
          <a:bodyPr wrap="square" rtlCol="0">
            <a:spAutoFit/>
          </a:bodyPr>
          <a:lstStyle/>
          <a:p>
            <a:pPr indent="0" algn="ctr">
              <a:lnSpc>
                <a:spcPct val="100000"/>
              </a:lnSpc>
              <a:buNone/>
            </a:pPr>
            <a:r>
              <a:rPr lang="en-US" sz="1400" b="1" spc="-1" dirty="0">
                <a:solidFill>
                  <a:srgbClr val="696464"/>
                </a:solidFill>
                <a:latin typeface="Perpetua"/>
              </a:rPr>
              <a:t>CSE , BVCOE, New Delhi                                                        </a:t>
            </a:r>
          </a:p>
          <a:p>
            <a:pPr indent="0" algn="ctr">
              <a:lnSpc>
                <a:spcPct val="100000"/>
              </a:lnSpc>
              <a:buNone/>
            </a:pPr>
            <a:r>
              <a:rPr lang="en-US" sz="1400" b="1" spc="-1" dirty="0">
                <a:solidFill>
                  <a:srgbClr val="696464"/>
                </a:solidFill>
                <a:latin typeface="Perpetua"/>
              </a:rPr>
              <a:t>Topic Name: RDPS  , Mentor Name: Mr. Mohit Tiwari</a:t>
            </a:r>
          </a:p>
          <a:p>
            <a:endParaRPr lang="en-IN" dirty="0"/>
          </a:p>
        </p:txBody>
      </p:sp>
      <p:sp>
        <p:nvSpPr>
          <p:cNvPr id="5" name="Slide Number Placeholder 5">
            <a:extLst>
              <a:ext uri="{FF2B5EF4-FFF2-40B4-BE49-F238E27FC236}">
                <a16:creationId xmlns:a16="http://schemas.microsoft.com/office/drawing/2014/main" id="{454FB534-8620-51E3-81F3-444828FA9B19}"/>
              </a:ext>
            </a:extLst>
          </p:cNvPr>
          <p:cNvSpPr/>
          <p:nvPr/>
        </p:nvSpPr>
        <p:spPr>
          <a:xfrm>
            <a:off x="146160" y="62089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932C74B2-8B24-4B04-8341-18B464B930A7}" type="slidenum">
              <a:rPr lang="en-US" sz="1400" b="0" strike="noStrike" spc="-1">
                <a:solidFill>
                  <a:srgbClr val="FFFFFF"/>
                </a:solidFill>
                <a:latin typeface="Franklin Gothic Book"/>
              </a:rPr>
              <a:t>18</a:t>
            </a:fld>
            <a:endParaRPr lang="en-US" sz="1400" b="0" strike="noStrike" spc="-1" dirty="0">
              <a:solidFill>
                <a:srgbClr val="000000"/>
              </a:solidFill>
              <a:latin typeface="Arial"/>
            </a:endParaRPr>
          </a:p>
        </p:txBody>
      </p:sp>
      <p:sp>
        <p:nvSpPr>
          <p:cNvPr id="7" name="Rectangle 2">
            <a:extLst>
              <a:ext uri="{FF2B5EF4-FFF2-40B4-BE49-F238E27FC236}">
                <a16:creationId xmlns:a16="http://schemas.microsoft.com/office/drawing/2014/main" id="{9F053912-BB44-DD14-1DC3-E282BA9A8803}"/>
              </a:ext>
            </a:extLst>
          </p:cNvPr>
          <p:cNvSpPr>
            <a:spLocks noChangeArrowheads="1"/>
          </p:cNvSpPr>
          <p:nvPr/>
        </p:nvSpPr>
        <p:spPr bwMode="auto">
          <a:xfrm rot="10800000" flipV="1">
            <a:off x="175656" y="1452247"/>
            <a:ext cx="875062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D. Lakshmi, "Advancements in ransomware detection and prevention techniques," 2023.</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R. Sivaguru, R. Srinath, and M. Sathiya </a:t>
            </a:r>
            <a:r>
              <a:rPr kumimoji="0" lang="en-US" altLang="en-US" sz="1500" b="0" i="0" u="none" strike="noStrike" cap="none" normalizeH="0" baseline="0" dirty="0" err="1">
                <a:ln>
                  <a:noFill/>
                </a:ln>
                <a:solidFill>
                  <a:schemeClr val="tx1"/>
                </a:solidFill>
                <a:effectLst/>
                <a:latin typeface="Arial" panose="020B0604020202020204" pitchFamily="34" charset="0"/>
              </a:rPr>
              <a:t>Rubha</a:t>
            </a:r>
            <a:r>
              <a:rPr kumimoji="0" lang="en-US" altLang="en-US" sz="1500" b="0" i="0" u="none" strike="noStrike" cap="none" normalizeH="0" baseline="0" dirty="0">
                <a:ln>
                  <a:noFill/>
                </a:ln>
                <a:solidFill>
                  <a:schemeClr val="tx1"/>
                </a:solidFill>
                <a:effectLst/>
                <a:latin typeface="Arial" panose="020B0604020202020204" pitchFamily="34" charset="0"/>
              </a:rPr>
              <a:t>, "Network traffic based ransomware detection," 2024.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N. A. Jebril, </a:t>
            </a:r>
            <a:r>
              <a:rPr kumimoji="0" lang="en-US" altLang="en-US" sz="1500" b="0" i="1" u="none" strike="noStrike" cap="none" normalizeH="0" baseline="0" dirty="0">
                <a:ln>
                  <a:noFill/>
                </a:ln>
                <a:solidFill>
                  <a:schemeClr val="tx1"/>
                </a:solidFill>
                <a:effectLst/>
                <a:latin typeface="Arial" panose="020B0604020202020204" pitchFamily="34" charset="0"/>
              </a:rPr>
              <a:t>Introduction to Ransomware</a:t>
            </a:r>
            <a:r>
              <a:rPr kumimoji="0" lang="en-US" altLang="en-US" sz="1500" b="0" i="0" u="none" strike="noStrike" cap="none" normalizeH="0" baseline="0" dirty="0">
                <a:ln>
                  <a:noFill/>
                </a:ln>
                <a:solidFill>
                  <a:schemeClr val="tx1"/>
                </a:solidFill>
                <a:effectLst/>
                <a:latin typeface="Arial" panose="020B0604020202020204" pitchFamily="34" charset="0"/>
              </a:rPr>
              <a:t>, 2023.</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Y. Dou, Z. Liu, L. Sun, Y. Deng, H. Peng, and P. S. Yu, "Enhancing graph neural network-based fraud detectors against camouflaged fraudsters," in </a:t>
            </a:r>
            <a:r>
              <a:rPr kumimoji="0" lang="en-US" altLang="en-US" sz="1500" b="0" i="1" u="none" strike="noStrike" cap="none" normalizeH="0" baseline="0" dirty="0">
                <a:ln>
                  <a:noFill/>
                </a:ln>
                <a:solidFill>
                  <a:schemeClr val="tx1"/>
                </a:solidFill>
                <a:effectLst/>
                <a:latin typeface="Arial" panose="020B0604020202020204" pitchFamily="34" charset="0"/>
              </a:rPr>
              <a:t>Proc. 29th ACM Int. Conf. Inf. </a:t>
            </a:r>
            <a:r>
              <a:rPr kumimoji="0" lang="en-US" altLang="en-US" sz="1500" b="0" i="1" u="none" strike="noStrike" cap="none" normalizeH="0" baseline="0" dirty="0" err="1">
                <a:ln>
                  <a:noFill/>
                </a:ln>
                <a:solidFill>
                  <a:schemeClr val="tx1"/>
                </a:solidFill>
                <a:effectLst/>
                <a:latin typeface="Arial" panose="020B0604020202020204" pitchFamily="34" charset="0"/>
              </a:rPr>
              <a:t>Knowl</a:t>
            </a:r>
            <a:r>
              <a:rPr kumimoji="0" lang="en-US" altLang="en-US" sz="1500" b="0" i="1" u="none" strike="noStrike" cap="none" normalizeH="0" baseline="0" dirty="0">
                <a:ln>
                  <a:noFill/>
                </a:ln>
                <a:solidFill>
                  <a:schemeClr val="tx1"/>
                </a:solidFill>
                <a:effectLst/>
                <a:latin typeface="Arial" panose="020B0604020202020204" pitchFamily="34" charset="0"/>
              </a:rPr>
              <a:t>. Manage.</a:t>
            </a:r>
            <a:r>
              <a:rPr kumimoji="0" lang="en-US" altLang="en-US" sz="1500" b="0" i="0" u="none" strike="noStrike" cap="none" normalizeH="0" baseline="0" dirty="0">
                <a:ln>
                  <a:noFill/>
                </a:ln>
                <a:solidFill>
                  <a:schemeClr val="tx1"/>
                </a:solidFill>
                <a:effectLst/>
                <a:latin typeface="Arial" panose="020B0604020202020204" pitchFamily="34" charset="0"/>
              </a:rPr>
              <a:t>, 2020, pp. 315–324.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L. Zhou, K. Ren, Y. Xue, X. Zhang, and J. Li, "Graph neural networks for link prediction in heterogeneous networks," in </a:t>
            </a:r>
            <a:r>
              <a:rPr kumimoji="0" lang="en-US" altLang="en-US" sz="1500" b="0" i="1" u="none" strike="noStrike" cap="none" normalizeH="0" baseline="0" dirty="0">
                <a:ln>
                  <a:noFill/>
                </a:ln>
                <a:solidFill>
                  <a:schemeClr val="tx1"/>
                </a:solidFill>
                <a:effectLst/>
                <a:latin typeface="Arial" panose="020B0604020202020204" pitchFamily="34" charset="0"/>
              </a:rPr>
              <a:t>Proc. 29th ACM Int. Conf. Inf. </a:t>
            </a:r>
            <a:r>
              <a:rPr kumimoji="0" lang="en-US" altLang="en-US" sz="1500" b="0" i="1" u="none" strike="noStrike" cap="none" normalizeH="0" baseline="0" dirty="0" err="1">
                <a:ln>
                  <a:noFill/>
                </a:ln>
                <a:solidFill>
                  <a:schemeClr val="tx1"/>
                </a:solidFill>
                <a:effectLst/>
                <a:latin typeface="Arial" panose="020B0604020202020204" pitchFamily="34" charset="0"/>
              </a:rPr>
              <a:t>Knowl</a:t>
            </a:r>
            <a:r>
              <a:rPr kumimoji="0" lang="en-US" altLang="en-US" sz="1500" b="0" i="1" u="none" strike="noStrike" cap="none" normalizeH="0" baseline="0" dirty="0">
                <a:ln>
                  <a:noFill/>
                </a:ln>
                <a:solidFill>
                  <a:schemeClr val="tx1"/>
                </a:solidFill>
                <a:effectLst/>
                <a:latin typeface="Arial" panose="020B0604020202020204" pitchFamily="34" charset="0"/>
              </a:rPr>
              <a:t>. Manage.</a:t>
            </a:r>
            <a:r>
              <a:rPr kumimoji="0" lang="en-US" altLang="en-US" sz="1500" b="0" i="0" u="none" strike="noStrike" cap="none" normalizeH="0" baseline="0" dirty="0">
                <a:ln>
                  <a:noFill/>
                </a:ln>
                <a:solidFill>
                  <a:schemeClr val="tx1"/>
                </a:solidFill>
                <a:effectLst/>
                <a:latin typeface="Arial" panose="020B0604020202020204" pitchFamily="34" charset="0"/>
              </a:rPr>
              <a:t>, 2020, pp. 1035–1044.</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J. Yan, Y. Qi, and Q. Rao, "Detecting malware with an ensemble method based on deep neural network," </a:t>
            </a:r>
            <a:r>
              <a:rPr kumimoji="0" lang="en-US" altLang="en-US" sz="1500" b="0" i="1" u="none" strike="noStrike" cap="none" normalizeH="0" baseline="0" dirty="0">
                <a:ln>
                  <a:noFill/>
                </a:ln>
                <a:solidFill>
                  <a:schemeClr val="tx1"/>
                </a:solidFill>
                <a:effectLst/>
                <a:latin typeface="Arial" panose="020B0604020202020204" pitchFamily="34" charset="0"/>
              </a:rPr>
              <a:t>Security and Communication Networks</a:t>
            </a:r>
            <a:r>
              <a:rPr kumimoji="0" lang="en-US" altLang="en-US" sz="1500" b="0" i="0" u="none" strike="noStrike" cap="none" normalizeH="0" baseline="0" dirty="0">
                <a:ln>
                  <a:noFill/>
                </a:ln>
                <a:solidFill>
                  <a:schemeClr val="tx1"/>
                </a:solidFill>
                <a:effectLst/>
                <a:latin typeface="Arial" panose="020B0604020202020204" pitchFamily="34" charset="0"/>
              </a:rPr>
              <a:t>, vol. 2018, 2018.</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O. M. </a:t>
            </a:r>
            <a:r>
              <a:rPr kumimoji="0" lang="en-US" altLang="en-US" sz="1500" b="0" i="0" u="none" strike="noStrike" cap="none" normalizeH="0" baseline="0" dirty="0" err="1">
                <a:ln>
                  <a:noFill/>
                </a:ln>
                <a:solidFill>
                  <a:schemeClr val="tx1"/>
                </a:solidFill>
                <a:effectLst/>
                <a:latin typeface="Arial" panose="020B0604020202020204" pitchFamily="34" charset="0"/>
              </a:rPr>
              <a:t>Alhawi</a:t>
            </a:r>
            <a:r>
              <a:rPr kumimoji="0" lang="en-US" altLang="en-US" sz="1500" b="0" i="0" u="none" strike="noStrike" cap="none" normalizeH="0" baseline="0" dirty="0">
                <a:ln>
                  <a:noFill/>
                </a:ln>
                <a:solidFill>
                  <a:schemeClr val="tx1"/>
                </a:solidFill>
                <a:effectLst/>
                <a:latin typeface="Arial" panose="020B0604020202020204" pitchFamily="34" charset="0"/>
              </a:rPr>
              <a:t>, J. Baldwin, and A. </a:t>
            </a:r>
            <a:r>
              <a:rPr kumimoji="0" lang="en-US" altLang="en-US" sz="1500" b="0" i="0" u="none" strike="noStrike" cap="none" normalizeH="0" baseline="0" dirty="0" err="1">
                <a:ln>
                  <a:noFill/>
                </a:ln>
                <a:solidFill>
                  <a:schemeClr val="tx1"/>
                </a:solidFill>
                <a:effectLst/>
                <a:latin typeface="Arial" panose="020B0604020202020204" pitchFamily="34" charset="0"/>
              </a:rPr>
              <a:t>Dehghantanha</a:t>
            </a:r>
            <a:r>
              <a:rPr kumimoji="0" lang="en-US" altLang="en-US" sz="1500" b="0" i="0" u="none" strike="noStrike" cap="none" normalizeH="0" baseline="0" dirty="0">
                <a:ln>
                  <a:noFill/>
                </a:ln>
                <a:solidFill>
                  <a:schemeClr val="tx1"/>
                </a:solidFill>
                <a:effectLst/>
                <a:latin typeface="Arial" panose="020B0604020202020204" pitchFamily="34" charset="0"/>
              </a:rPr>
              <a:t>, "Leveraging machine learning techniques for Windows ransomware network traffic detection," in </a:t>
            </a:r>
            <a:r>
              <a:rPr kumimoji="0" lang="en-US" altLang="en-US" sz="1500" b="0" i="1" u="none" strike="noStrike" cap="none" normalizeH="0" baseline="0" dirty="0">
                <a:ln>
                  <a:noFill/>
                </a:ln>
                <a:solidFill>
                  <a:schemeClr val="tx1"/>
                </a:solidFill>
                <a:effectLst/>
                <a:latin typeface="Arial" panose="020B0604020202020204" pitchFamily="34" charset="0"/>
              </a:rPr>
              <a:t>Cyber Threat Intelligence</a:t>
            </a:r>
            <a:r>
              <a:rPr kumimoji="0" lang="en-US" altLang="en-US" sz="1500" b="0" i="0" u="none" strike="noStrike" cap="none" normalizeH="0" baseline="0" dirty="0">
                <a:ln>
                  <a:noFill/>
                </a:ln>
                <a:solidFill>
                  <a:schemeClr val="tx1"/>
                </a:solidFill>
                <a:effectLst/>
                <a:latin typeface="Arial" panose="020B0604020202020204" pitchFamily="34" charset="0"/>
              </a:rPr>
              <a:t>, Cham: Springer, 2018, pp. 93–106.</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8"/>
              <a:tabLst/>
            </a:pPr>
            <a:r>
              <a:rPr kumimoji="0" lang="en-US" altLang="en-US" sz="1500" b="0" i="0" u="none" strike="noStrike" cap="none" normalizeH="0" baseline="0" dirty="0">
                <a:ln>
                  <a:noFill/>
                </a:ln>
                <a:solidFill>
                  <a:schemeClr val="tx1"/>
                </a:solidFill>
                <a:effectLst/>
                <a:latin typeface="Arial" panose="020B0604020202020204" pitchFamily="34" charset="0"/>
              </a:rPr>
              <a:t>R. </a:t>
            </a:r>
            <a:r>
              <a:rPr kumimoji="0" lang="en-US" altLang="en-US" sz="1500" b="0" i="0" u="none" strike="noStrike" cap="none" normalizeH="0" baseline="0" dirty="0" err="1">
                <a:ln>
                  <a:noFill/>
                </a:ln>
                <a:solidFill>
                  <a:schemeClr val="tx1"/>
                </a:solidFill>
                <a:effectLst/>
                <a:latin typeface="Arial" panose="020B0604020202020204" pitchFamily="34" charset="0"/>
              </a:rPr>
              <a:t>Vinayakumar</a:t>
            </a:r>
            <a:r>
              <a:rPr kumimoji="0" lang="en-US" altLang="en-US" sz="1500" b="0" i="0" u="none" strike="noStrike" cap="none" normalizeH="0" baseline="0" dirty="0">
                <a:ln>
                  <a:noFill/>
                </a:ln>
                <a:solidFill>
                  <a:schemeClr val="tx1"/>
                </a:solidFill>
                <a:effectLst/>
                <a:latin typeface="Arial" panose="020B0604020202020204" pitchFamily="34" charset="0"/>
              </a:rPr>
              <a:t>, M. </a:t>
            </a:r>
            <a:r>
              <a:rPr kumimoji="0" lang="en-US" altLang="en-US" sz="1500" b="0" i="0" u="none" strike="noStrike" cap="none" normalizeH="0" baseline="0" dirty="0" err="1">
                <a:ln>
                  <a:noFill/>
                </a:ln>
                <a:solidFill>
                  <a:schemeClr val="tx1"/>
                </a:solidFill>
                <a:effectLst/>
                <a:latin typeface="Arial" panose="020B0604020202020204" pitchFamily="34" charset="0"/>
              </a:rPr>
              <a:t>Alazab</a:t>
            </a:r>
            <a:r>
              <a:rPr kumimoji="0" lang="en-US" altLang="en-US" sz="1500" b="0" i="0" u="none" strike="noStrike" cap="none" normalizeH="0" baseline="0" dirty="0">
                <a:ln>
                  <a:noFill/>
                </a:ln>
                <a:solidFill>
                  <a:schemeClr val="tx1"/>
                </a:solidFill>
                <a:effectLst/>
                <a:latin typeface="Arial" panose="020B0604020202020204" pitchFamily="34" charset="0"/>
              </a:rPr>
              <a:t>, K. P. Soman, P. Poornachandran, A. </a:t>
            </a:r>
            <a:r>
              <a:rPr kumimoji="0" lang="en-US" altLang="en-US" sz="1500" b="0" i="0" u="none" strike="noStrike" cap="none" normalizeH="0" baseline="0" dirty="0" err="1">
                <a:ln>
                  <a:noFill/>
                </a:ln>
                <a:solidFill>
                  <a:schemeClr val="tx1"/>
                </a:solidFill>
                <a:effectLst/>
                <a:latin typeface="Arial" panose="020B0604020202020204" pitchFamily="34" charset="0"/>
              </a:rPr>
              <a:t>AlNemrat</a:t>
            </a:r>
            <a:r>
              <a:rPr kumimoji="0" lang="en-US" altLang="en-US" sz="1500" b="0" i="0" u="none" strike="noStrike" cap="none" normalizeH="0" baseline="0" dirty="0">
                <a:ln>
                  <a:noFill/>
                </a:ln>
                <a:solidFill>
                  <a:schemeClr val="tx1"/>
                </a:solidFill>
                <a:effectLst/>
                <a:latin typeface="Arial" panose="020B0604020202020204" pitchFamily="34" charset="0"/>
              </a:rPr>
              <a:t>, and S. Venkatraman, "Deep learning approach for intelligent intrusion detection system," </a:t>
            </a:r>
            <a:r>
              <a:rPr kumimoji="0" lang="en-US" altLang="en-US" sz="1500" b="0" i="1" u="none" strike="noStrike" cap="none" normalizeH="0" baseline="0" dirty="0">
                <a:ln>
                  <a:noFill/>
                </a:ln>
                <a:solidFill>
                  <a:schemeClr val="tx1"/>
                </a:solidFill>
                <a:effectLst/>
                <a:latin typeface="Arial" panose="020B0604020202020204" pitchFamily="34" charset="0"/>
              </a:rPr>
              <a:t>IEEE Access</a:t>
            </a:r>
            <a:r>
              <a:rPr kumimoji="0" lang="en-US" altLang="en-US" sz="1500" b="0" i="0" u="none" strike="noStrike" cap="none" normalizeH="0" baseline="0" dirty="0">
                <a:ln>
                  <a:noFill/>
                </a:ln>
                <a:solidFill>
                  <a:schemeClr val="tx1"/>
                </a:solidFill>
                <a:effectLst/>
                <a:latin typeface="Arial" panose="020B0604020202020204" pitchFamily="34" charset="0"/>
              </a:rPr>
              <a:t>, vol. 7, pp. 41525–41550, 2019.</a:t>
            </a:r>
          </a:p>
        </p:txBody>
      </p:sp>
    </p:spTree>
    <p:extLst>
      <p:ext uri="{BB962C8B-B14F-4D97-AF65-F5344CB8AC3E}">
        <p14:creationId xmlns:p14="http://schemas.microsoft.com/office/powerpoint/2010/main" val="1426931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D8E5C9-40EC-20D5-CC19-1BC9ED04A7CD}"/>
              </a:ext>
            </a:extLst>
          </p:cNvPr>
          <p:cNvSpPr/>
          <p:nvPr/>
        </p:nvSpPr>
        <p:spPr>
          <a:xfrm>
            <a:off x="374580" y="1949245"/>
            <a:ext cx="8119829" cy="232041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5" name="PlaceHolder 1"/>
          <p:cNvSpPr>
            <a:spLocks noGrp="1"/>
          </p:cNvSpPr>
          <p:nvPr>
            <p:ph type="title"/>
          </p:nvPr>
        </p:nvSpPr>
        <p:spPr>
          <a:xfrm>
            <a:off x="312309" y="2185219"/>
            <a:ext cx="8019891" cy="1681316"/>
          </a:xfrm>
          <a:prstGeom prst="rect">
            <a:avLst/>
          </a:prstGeom>
          <a:noFill/>
          <a:ln w="0">
            <a:noFill/>
          </a:ln>
        </p:spPr>
        <p:txBody>
          <a:bodyPr lIns="90000" tIns="45000" rIns="90000" bIns="91440" anchor="b">
            <a:noAutofit/>
          </a:bodyPr>
          <a:lstStyle/>
          <a:p>
            <a:pPr indent="0" algn="ctr">
              <a:buNone/>
            </a:pPr>
            <a:r>
              <a:rPr lang="en-US" sz="7200" b="0" strike="noStrike" spc="-1" dirty="0">
                <a:latin typeface="Franklin Gothic Book"/>
              </a:rPr>
              <a:t> </a:t>
            </a:r>
            <a:r>
              <a:rPr lang="en-US" sz="9600" b="1" strike="noStrike" spc="-1" dirty="0">
                <a:latin typeface="Times New Roman" panose="02020603050405020304" pitchFamily="18" charset="0"/>
                <a:cs typeface="Times New Roman" panose="02020603050405020304" pitchFamily="18" charset="0"/>
              </a:rPr>
              <a:t>Thank you</a:t>
            </a:r>
            <a:endParaRPr lang="en-US" sz="7200" b="1" strike="noStrike" spc="-1" dirty="0">
              <a:latin typeface="Times New Roman" panose="02020603050405020304" pitchFamily="18" charset="0"/>
              <a:cs typeface="Times New Roman" panose="02020603050405020304" pitchFamily="18" charset="0"/>
            </a:endParaRPr>
          </a:p>
        </p:txBody>
      </p:sp>
      <p:sp>
        <p:nvSpPr>
          <p:cNvPr id="206" name="PlaceHolder 2"/>
          <p:cNvSpPr>
            <a:spLocks noGrp="1"/>
          </p:cNvSpPr>
          <p:nvPr>
            <p:ph type="ftr" idx="18"/>
          </p:nvPr>
        </p:nvSpPr>
        <p:spPr>
          <a:xfrm>
            <a:off x="603000" y="6121937"/>
            <a:ext cx="7729200" cy="456840"/>
          </a:xfrm>
          <a:prstGeom prst="rect">
            <a:avLst/>
          </a:prstGeom>
          <a:noFill/>
          <a:ln w="0">
            <a:noFill/>
          </a:ln>
        </p:spPr>
        <p:txBody>
          <a:bodyPr lIns="90000" tIns="45000" rIns="90000" bIns="45000" anchor="ctr">
            <a:noAutofit/>
          </a:bodyPr>
          <a:lstStyle>
            <a:lvl1pPr indent="0" algn="ctr">
              <a:lnSpc>
                <a:spcPct val="100000"/>
              </a:lnSpc>
              <a:buNone/>
              <a:defRPr lang="en-US" sz="1400" b="1" strike="noStrike" spc="-1">
                <a:solidFill>
                  <a:srgbClr val="696464"/>
                </a:solidFill>
                <a:latin typeface="Perpetua"/>
              </a:defRPr>
            </a:lvl1pPr>
          </a:lstStyle>
          <a:p>
            <a:pPr indent="0" algn="ctr">
              <a:lnSpc>
                <a:spcPct val="100000"/>
              </a:lnSpc>
              <a:buNone/>
            </a:pPr>
            <a:r>
              <a:rPr lang="en-US" sz="1400" b="1" strike="noStrike" spc="-1" dirty="0">
                <a:solidFill>
                  <a:srgbClr val="696464"/>
                </a:solidFill>
                <a:latin typeface="Perpetua"/>
              </a:rPr>
              <a:t>CSE , BVCOE, New Delhi                                                        </a:t>
            </a:r>
            <a:endParaRPr lang="en-US" sz="1400" b="0" strike="noStrike" spc="-1" dirty="0">
              <a:solidFill>
                <a:srgbClr val="000000"/>
              </a:solidFill>
              <a:latin typeface="Times New Roman"/>
            </a:endParaRPr>
          </a:p>
          <a:p>
            <a:pPr indent="0" algn="ctr">
              <a:lnSpc>
                <a:spcPct val="100000"/>
              </a:lnSpc>
              <a:buNone/>
            </a:pPr>
            <a:r>
              <a:rPr lang="en-US" sz="1400" b="1" strike="noStrike" spc="-1" dirty="0">
                <a:solidFill>
                  <a:srgbClr val="696464"/>
                </a:solidFill>
                <a:latin typeface="Perpetua"/>
              </a:rPr>
              <a:t>Topic Name: RDPS  , Mentor Name: Mr. Mohit </a:t>
            </a:r>
            <a:r>
              <a:rPr lang="en-US" dirty="0"/>
              <a:t>T</a:t>
            </a:r>
            <a:r>
              <a:rPr lang="en-US" sz="1400" b="1" strike="noStrike" spc="-1" dirty="0">
                <a:solidFill>
                  <a:srgbClr val="696464"/>
                </a:solidFill>
                <a:latin typeface="Perpetua"/>
              </a:rPr>
              <a:t>iwari</a:t>
            </a:r>
            <a:endParaRPr lang="en-US" sz="1400" b="0" strike="noStrike" spc="-1" dirty="0">
              <a:solidFill>
                <a:srgbClr val="000000"/>
              </a:solidFill>
              <a:latin typeface="Times New Roman"/>
            </a:endParaRPr>
          </a:p>
        </p:txBody>
      </p:sp>
      <p:sp>
        <p:nvSpPr>
          <p:cNvPr id="207" name="Slide Number Placeholder 6"/>
          <p:cNvSpPr/>
          <p:nvPr/>
        </p:nvSpPr>
        <p:spPr>
          <a:xfrm>
            <a:off x="146160" y="621036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EB15327C-4E4E-48E6-B5CF-4421594679A2}" type="slidenum">
              <a:rPr lang="en-US" sz="1400" b="0" strike="noStrike" spc="-1">
                <a:solidFill>
                  <a:srgbClr val="FFFFFF"/>
                </a:solidFill>
                <a:latin typeface="Franklin Gothic Book"/>
              </a:rPr>
              <a:t>19</a:t>
            </a:fld>
            <a:endParaRPr lang="en-US" sz="14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2369</TotalTime>
  <Words>1798</Words>
  <Application>Microsoft Office PowerPoint</Application>
  <PresentationFormat>On-screen Show (4:3)</PresentationFormat>
  <Paragraphs>316</Paragraphs>
  <Slides>19</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19</vt:i4>
      </vt:variant>
    </vt:vector>
  </HeadingPairs>
  <TitlesOfParts>
    <vt:vector size="32" baseType="lpstr">
      <vt:lpstr>Arial</vt:lpstr>
      <vt:lpstr>Calibri</vt:lpstr>
      <vt:lpstr>Franklin Gothic Book</vt:lpstr>
      <vt:lpstr>OpenSymbol</vt:lpstr>
      <vt:lpstr>Perpetua</vt:lpstr>
      <vt:lpstr>Symbol</vt:lpstr>
      <vt:lpstr>Times New Roman</vt:lpstr>
      <vt:lpstr>Wingdings</vt:lpstr>
      <vt:lpstr>Wingdings 2</vt:lpstr>
      <vt:lpstr>Equity</vt:lpstr>
      <vt:lpstr>Equity</vt:lpstr>
      <vt:lpstr>Equity</vt:lpstr>
      <vt:lpstr>Equity</vt:lpstr>
      <vt:lpstr>PRATIRAKSHA-Lite AI-Powered Ransomware Detection &amp; Prevention System </vt:lpstr>
      <vt:lpstr>Introduction </vt:lpstr>
      <vt:lpstr>Problem Statement </vt:lpstr>
      <vt:lpstr>Objective </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Windows User</dc:creator>
  <dc:description/>
  <cp:lastModifiedBy>Surendra kumar</cp:lastModifiedBy>
  <cp:revision>32</cp:revision>
  <dcterms:created xsi:type="dcterms:W3CDTF">2014-09-25T09:51:56Z</dcterms:created>
  <dcterms:modified xsi:type="dcterms:W3CDTF">2025-10-15T19:27:05Z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4</vt:i4>
  </property>
</Properties>
</file>